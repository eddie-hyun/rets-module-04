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7" r:id="rId1"/>
  </p:sldMasterIdLst>
  <p:notesMasterIdLst>
    <p:notesMasterId r:id="rId11"/>
  </p:notesMasterIdLst>
  <p:handoutMasterIdLst>
    <p:handoutMasterId r:id="rId12"/>
  </p:handoutMasterIdLst>
  <p:sldIdLst>
    <p:sldId id="258" r:id="rId2"/>
    <p:sldId id="262" r:id="rId3"/>
    <p:sldId id="328" r:id="rId4"/>
    <p:sldId id="282" r:id="rId5"/>
    <p:sldId id="330" r:id="rId6"/>
    <p:sldId id="332" r:id="rId7"/>
    <p:sldId id="280" r:id="rId8"/>
    <p:sldId id="329" r:id="rId9"/>
    <p:sldId id="259" r:id="rId10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25B2"/>
    <a:srgbClr val="024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0375" autoAdjust="0"/>
  </p:normalViewPr>
  <p:slideViewPr>
    <p:cSldViewPr snapToGrid="0">
      <p:cViewPr>
        <p:scale>
          <a:sx n="100" d="100"/>
          <a:sy n="100" d="100"/>
        </p:scale>
        <p:origin x="1760" y="9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40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94A79B7-4E22-ECED-D756-7326F66065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7BA3A0-BAA9-DDB3-F42C-D867CB1881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r">
              <a:defRPr sz="1200"/>
            </a:lvl1pPr>
          </a:lstStyle>
          <a:p>
            <a:fld id="{FBD35046-2E3F-40D4-8F96-036248C89C1A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A3F1A5-5A5A-BD73-09AA-AE94851780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78" tIns="47389" rIns="94778" bIns="4738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732C85-4BA1-7026-98EC-096A8936AD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78" tIns="47389" rIns="94778" bIns="47389" rtlCol="0" anchor="b"/>
          <a:lstStyle>
            <a:lvl1pPr algn="r">
              <a:defRPr sz="1200"/>
            </a:lvl1pPr>
          </a:lstStyle>
          <a:p>
            <a:fld id="{AFD43FF9-669B-462C-A788-0FF0640280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686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r">
              <a:defRPr sz="1200"/>
            </a:lvl1pPr>
          </a:lstStyle>
          <a:p>
            <a:fld id="{66E096CF-3D4F-4F7C-BF8A-9C70702F70EE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78" tIns="47389" rIns="94778" bIns="4738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78" tIns="47389" rIns="94778" bIns="47389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78" tIns="47389" rIns="94778" bIns="4738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78" tIns="47389" rIns="94778" bIns="47389" rtlCol="0" anchor="b"/>
          <a:lstStyle>
            <a:lvl1pPr algn="r">
              <a:defRPr sz="1200"/>
            </a:lvl1pPr>
          </a:lstStyle>
          <a:p>
            <a:fld id="{9DFD546D-9AF5-4870-9620-06967F4A5A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745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D546D-9AF5-4870-9620-06967F4A5A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362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AA742-2CB5-249B-97FD-B3920AE65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EFD48E-E02D-E4CC-546F-E1D95AA68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636713" y="1389063"/>
            <a:ext cx="10317163" cy="58039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4A4119-0995-09FF-F535-B83976D68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B0F7C2-7EA0-9EE6-2E1A-A2E4E6B99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256-212C-46D0-87CF-2C721005D55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365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F7240-255A-DB48-72B2-2C4E9143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A9DB9A-E63D-4223-09DC-6976CCFF1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806450" y="561975"/>
            <a:ext cx="8655050" cy="486886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B3B2C6-83B8-90D4-050E-943AE99A3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0A10F2-6D07-F937-012D-C0008F45F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256-212C-46D0-87CF-2C721005D55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276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636713" y="1389063"/>
            <a:ext cx="10317163" cy="5803900"/>
          </a:xfrm>
          <a:ln/>
        </p:spPr>
      </p:sp>
      <p:sp>
        <p:nvSpPr>
          <p:cNvPr id="3789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>
              <a:cs typeface="Arial" pitchFamily="34" charset="0"/>
            </a:endParaRPr>
          </a:p>
        </p:txBody>
      </p:sp>
      <p:sp>
        <p:nvSpPr>
          <p:cNvPr id="37892" name="슬라이드 번호 개체 틀 3"/>
          <p:cNvSpPr txBox="1">
            <a:spLocks noGrp="1"/>
          </p:cNvSpPr>
          <p:nvPr/>
        </p:nvSpPr>
        <p:spPr bwMode="auto">
          <a:xfrm>
            <a:off x="2965951" y="15284993"/>
            <a:ext cx="2267589" cy="804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847" tIns="48422" rIns="96847" bIns="48422" anchor="b"/>
          <a:lstStyle>
            <a:lvl1pPr defTabSz="930275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1pPr>
            <a:lvl2pPr marL="742950" indent="-285750" defTabSz="930275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2pPr>
            <a:lvl3pPr marL="1143000" indent="-228600" defTabSz="930275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3pPr>
            <a:lvl4pPr marL="1600200" indent="-228600" defTabSz="930275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4pPr>
            <a:lvl5pPr marL="2057400" indent="-228600" defTabSz="930275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9pPr>
          </a:lstStyle>
          <a:p>
            <a:pPr algn="r" eaLnBrk="1" fontAlgn="base" latinLnBrk="0" hangingPunct="1">
              <a:spcBef>
                <a:spcPct val="0"/>
              </a:spcBef>
              <a:spcAft>
                <a:spcPct val="0"/>
              </a:spcAft>
            </a:pPr>
            <a:fld id="{C0272547-4F75-45A6-9CA7-193F96BE60D5}" type="slidenum">
              <a:rPr kumimoji="0" lang="ko-KR" altLang="en-US" sz="900" baseline="0">
                <a:solidFill>
                  <a:srgbClr val="000000"/>
                </a:solidFill>
              </a:rPr>
              <a:pPr algn="r" eaLnBrk="1" fontAlgn="base" latinLnBrk="0" hangingPunct="1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kumimoji="0" lang="en-US" altLang="ko-KR" sz="900" baseline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85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806450" y="561975"/>
            <a:ext cx="8655050" cy="4868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256-212C-46D0-87CF-2C721005D55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515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D546D-9AF5-4870-9620-06967F4A5AE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45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rgbClr val="036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21180F9E-F303-4FEA-6418-A3B6CEFF9A0E}"/>
              </a:ext>
            </a:extLst>
          </p:cNvPr>
          <p:cNvGrpSpPr/>
          <p:nvPr userDrawn="1"/>
        </p:nvGrpSpPr>
        <p:grpSpPr>
          <a:xfrm>
            <a:off x="0" y="-56"/>
            <a:ext cx="12192000" cy="6858055"/>
            <a:chOff x="0" y="-56"/>
            <a:chExt cx="12192000" cy="6858055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DCD4954-E28F-701D-E99E-40EA9502699D}"/>
                </a:ext>
              </a:extLst>
            </p:cNvPr>
            <p:cNvSpPr/>
            <p:nvPr userDrawn="1"/>
          </p:nvSpPr>
          <p:spPr>
            <a:xfrm>
              <a:off x="0" y="0"/>
              <a:ext cx="12192000" cy="6857999"/>
            </a:xfrm>
            <a:prstGeom prst="rect">
              <a:avLst/>
            </a:prstGeom>
            <a:gradFill>
              <a:gsLst>
                <a:gs pos="0">
                  <a:srgbClr val="036EB8">
                    <a:lumMod val="98000"/>
                  </a:srgbClr>
                </a:gs>
                <a:gs pos="100000">
                  <a:srgbClr val="02487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lt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CD26AC02-F2CE-C085-FC4B-C87C84FEF237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7000" y="86360"/>
              <a:ext cx="5095720" cy="4973320"/>
              <a:chOff x="127000" y="86360"/>
              <a:chExt cx="5095720" cy="4973320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3E8586B7-A353-FB87-EC4A-E2479A2E9DC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7000" y="86360"/>
                <a:ext cx="0" cy="4500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B35A9632-99E5-E462-D81F-EDB32EE2E1A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81786" y="86360"/>
                <a:ext cx="0" cy="46990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5223FC19-D6C7-C411-5081-1579AE9A18A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36572" y="86360"/>
                <a:ext cx="0" cy="40741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CD889596-D190-5B87-6A7D-E04A442BD8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91358" y="86360"/>
                <a:ext cx="0" cy="48209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683B4513-FB93-6DBA-9ACA-87D7EF3D4DC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6144" y="86360"/>
                <a:ext cx="0" cy="44196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474A2FC2-783F-5B5D-20D8-11662898140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00930" y="86360"/>
                <a:ext cx="0" cy="4754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05E76B47-EB67-4CF6-88D2-2DDC7DD4C4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655716" y="86360"/>
                <a:ext cx="0" cy="49733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9C79CC1D-4B5F-A626-7902-D669200FFA8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910502" y="86360"/>
                <a:ext cx="0" cy="49377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FFF7A30F-FF30-602E-9961-D56C9C0DAE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165288" y="86360"/>
                <a:ext cx="0" cy="47498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B1BD4AE1-1248-9A4B-B9F2-2EE14C8BDCF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420074" y="86360"/>
                <a:ext cx="0" cy="48717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05E6C036-E70D-A4B8-D0DD-59FCE997263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674860" y="86360"/>
                <a:ext cx="0" cy="4500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2D82FC9F-0FF8-B17F-325E-D7C450A3823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9646" y="86360"/>
                <a:ext cx="0" cy="48209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23B40563-D0BC-1665-041B-239884B4292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84432" y="86360"/>
                <a:ext cx="0" cy="46024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8CC6E562-759F-46BB-97C6-0461B477D71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439218" y="86360"/>
                <a:ext cx="0" cy="42214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3527ACFF-4629-FED2-3F09-AB8F596E2E0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694004" y="86360"/>
                <a:ext cx="0" cy="40741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BE5614EC-EB5A-668E-1794-CA8A695A9DA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948790" y="86360"/>
                <a:ext cx="0" cy="36271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5B67C900-9989-8A0D-D550-AE2480DFBE5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203576" y="86360"/>
                <a:ext cx="0" cy="32867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08CAA00A-8C4A-84F7-9E78-FD5625B6362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458362" y="86360"/>
                <a:ext cx="0" cy="28854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241E3636-0FBD-9B3E-1067-17CD70E6452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13148" y="86360"/>
                <a:ext cx="0" cy="28854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6B3F939B-4DBB-EAFC-12CB-691D6612379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967934" y="86360"/>
                <a:ext cx="0" cy="29210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1EB1F8D2-6287-80D5-CAB0-7760DA9B459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222720" y="99740"/>
                <a:ext cx="0" cy="22758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chemeClr val="bg1">
                        <a:alpha val="15000"/>
                      </a:schemeClr>
                    </a:gs>
                    <a:gs pos="80000">
                      <a:schemeClr val="tx1">
                        <a:alpha val="5000"/>
                      </a:scheme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90C8C5A9-2BDE-260A-888D-F6E5346F531A}"/>
                </a:ext>
              </a:extLst>
            </p:cNvPr>
            <p:cNvSpPr>
              <a:spLocks/>
            </p:cNvSpPr>
            <p:nvPr userDrawn="1"/>
          </p:nvSpPr>
          <p:spPr>
            <a:xfrm>
              <a:off x="6272602" y="-56"/>
              <a:ext cx="5919398" cy="1551918"/>
            </a:xfrm>
            <a:custGeom>
              <a:avLst/>
              <a:gdLst>
                <a:gd name="connsiteX0" fmla="*/ 0 w 5919398"/>
                <a:gd name="connsiteY0" fmla="*/ 0 h 1551918"/>
                <a:gd name="connsiteX1" fmla="*/ 5919398 w 5919398"/>
                <a:gd name="connsiteY1" fmla="*/ 0 h 1551918"/>
                <a:gd name="connsiteX2" fmla="*/ 5919398 w 5919398"/>
                <a:gd name="connsiteY2" fmla="*/ 1375574 h 1551918"/>
                <a:gd name="connsiteX3" fmla="*/ 5668840 w 5919398"/>
                <a:gd name="connsiteY3" fmla="*/ 1276782 h 1551918"/>
                <a:gd name="connsiteX4" fmla="*/ 3709599 w 5919398"/>
                <a:gd name="connsiteY4" fmla="*/ 931015 h 1551918"/>
                <a:gd name="connsiteX5" fmla="*/ 1239183 w 5919398"/>
                <a:gd name="connsiteY5" fmla="*/ 1492922 h 1551918"/>
                <a:gd name="connsiteX6" fmla="*/ 1123994 w 5919398"/>
                <a:gd name="connsiteY6" fmla="*/ 1551918 h 1551918"/>
                <a:gd name="connsiteX7" fmla="*/ 1013629 w 5919398"/>
                <a:gd name="connsiteY7" fmla="*/ 1450705 h 1551918"/>
                <a:gd name="connsiteX8" fmla="*/ 45149 w 5919398"/>
                <a:gd name="connsiteY8" fmla="*/ 99867 h 155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9398" h="1551918">
                  <a:moveTo>
                    <a:pt x="0" y="0"/>
                  </a:moveTo>
                  <a:lnTo>
                    <a:pt x="5919398" y="0"/>
                  </a:lnTo>
                  <a:lnTo>
                    <a:pt x="5919398" y="1375574"/>
                  </a:lnTo>
                  <a:lnTo>
                    <a:pt x="5668840" y="1276782"/>
                  </a:lnTo>
                  <a:cubicBezTo>
                    <a:pt x="5057917" y="1053093"/>
                    <a:pt x="4398015" y="931015"/>
                    <a:pt x="3709599" y="931015"/>
                  </a:cubicBezTo>
                  <a:cubicBezTo>
                    <a:pt x="2824493" y="931015"/>
                    <a:pt x="1986522" y="1132818"/>
                    <a:pt x="1239183" y="1492922"/>
                  </a:cubicBezTo>
                  <a:lnTo>
                    <a:pt x="1123994" y="1551918"/>
                  </a:lnTo>
                  <a:lnTo>
                    <a:pt x="1013629" y="1450705"/>
                  </a:lnTo>
                  <a:cubicBezTo>
                    <a:pt x="617802" y="1061894"/>
                    <a:pt x="288721" y="605360"/>
                    <a:pt x="45149" y="99867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dirty="0">
                  <a:latin typeface="+mn-lt"/>
                </a:rPr>
                <a:t> </a:t>
              </a:r>
              <a:endParaRPr lang="ko-KR" altLang="en-US" dirty="0">
                <a:latin typeface="+mn-lt"/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57300767-DF64-76BF-1962-05385257A73D}"/>
                </a:ext>
              </a:extLst>
            </p:cNvPr>
            <p:cNvSpPr>
              <a:spLocks/>
            </p:cNvSpPr>
            <p:nvPr userDrawn="1"/>
          </p:nvSpPr>
          <p:spPr>
            <a:xfrm>
              <a:off x="4283975" y="931014"/>
              <a:ext cx="7908025" cy="5926985"/>
            </a:xfrm>
            <a:custGeom>
              <a:avLst/>
              <a:gdLst>
                <a:gd name="connsiteX0" fmla="*/ 5698225 w 7908025"/>
                <a:gd name="connsiteY0" fmla="*/ 0 h 5926985"/>
                <a:gd name="connsiteX1" fmla="*/ 7657466 w 7908025"/>
                <a:gd name="connsiteY1" fmla="*/ 345767 h 5926985"/>
                <a:gd name="connsiteX2" fmla="*/ 7908025 w 7908025"/>
                <a:gd name="connsiteY2" fmla="*/ 444559 h 5926985"/>
                <a:gd name="connsiteX3" fmla="*/ 7908025 w 7908025"/>
                <a:gd name="connsiteY3" fmla="*/ 5926985 h 5926985"/>
                <a:gd name="connsiteX4" fmla="*/ 5785 w 7908025"/>
                <a:gd name="connsiteY4" fmla="*/ 5926985 h 5926985"/>
                <a:gd name="connsiteX5" fmla="*/ 0 w 7908025"/>
                <a:gd name="connsiteY5" fmla="*/ 5698225 h 5926985"/>
                <a:gd name="connsiteX6" fmla="*/ 5698225 w 7908025"/>
                <a:gd name="connsiteY6" fmla="*/ 0 h 5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8025" h="5926985">
                  <a:moveTo>
                    <a:pt x="5698225" y="0"/>
                  </a:moveTo>
                  <a:cubicBezTo>
                    <a:pt x="6386641" y="0"/>
                    <a:pt x="7046543" y="122078"/>
                    <a:pt x="7657466" y="345767"/>
                  </a:cubicBezTo>
                  <a:lnTo>
                    <a:pt x="7908025" y="444559"/>
                  </a:lnTo>
                  <a:lnTo>
                    <a:pt x="7908025" y="5926985"/>
                  </a:lnTo>
                  <a:lnTo>
                    <a:pt x="5785" y="5926985"/>
                  </a:lnTo>
                  <a:lnTo>
                    <a:pt x="0" y="5698225"/>
                  </a:lnTo>
                  <a:cubicBezTo>
                    <a:pt x="0" y="2551182"/>
                    <a:pt x="2551183" y="0"/>
                    <a:pt x="5698225" y="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lt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A0E59139-0A02-67C8-62E3-FBF63FE5BF37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742950" y="2641984"/>
            <a:ext cx="10877465" cy="144142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ko-KR" altLang="en-US" sz="4000" kern="1200" spc="-300" baseline="0" dirty="0">
                <a:solidFill>
                  <a:schemeClr val="bg1"/>
                </a:solidFill>
                <a:latin typeface="Pretendard GOV ExtraBold" panose="02000903000000020004" pitchFamily="2" charset="-127"/>
                <a:ea typeface="Pretendard GOV ExtraBold" panose="02000903000000020004" pitchFamily="2" charset="-127"/>
                <a:cs typeface="Pretendard GOV ExtraBold" panose="020009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77CF81-EB87-03B4-46D7-C623EF325842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742951" y="4252812"/>
            <a:ext cx="10877464" cy="5567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rgbClr val="036EB8"/>
              </a:buClr>
              <a:buFont typeface="Wingdings" panose="05000000000000000000" pitchFamily="2" charset="2"/>
              <a:buNone/>
              <a:defRPr lang="ko-KR" altLang="en-US" sz="2400" kern="1200" spc="-150" baseline="0" dirty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A38DF0A9-C9B8-2632-9CD8-77230889E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950" y="567403"/>
            <a:ext cx="2025000" cy="324000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AE6FDC0-E53D-94E8-F6B2-16738AC192D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42952" y="5386834"/>
            <a:ext cx="1309368" cy="33855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>
              <a:buNone/>
              <a:defRPr lang="ko-KR" altLang="en-US" sz="1600" spc="-50" dirty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marL="269875" lvl="0" indent="-269875"/>
            <a:r>
              <a:rPr lang="en-US" altLang="ko-KR" dirty="0"/>
              <a:t>0000.</a:t>
            </a:r>
            <a:r>
              <a:rPr lang="ko-KR" altLang="en-US" dirty="0"/>
              <a:t> </a:t>
            </a:r>
            <a:r>
              <a:rPr lang="en-US" altLang="ko-KR" dirty="0"/>
              <a:t>00.</a:t>
            </a:r>
            <a:r>
              <a:rPr lang="ko-KR" altLang="en-US" dirty="0"/>
              <a:t> </a:t>
            </a:r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9" name="텍스트 개체 틀 7">
            <a:extLst>
              <a:ext uri="{FF2B5EF4-FFF2-40B4-BE49-F238E27FC236}">
                <a16:creationId xmlns:a16="http://schemas.microsoft.com/office/drawing/2014/main" id="{3E73329C-8FB8-CC6F-6B2D-03F0E4565CD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42951" y="5730422"/>
            <a:ext cx="4931409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발표자 성명</a:t>
            </a:r>
          </a:p>
        </p:txBody>
      </p:sp>
      <p:sp>
        <p:nvSpPr>
          <p:cNvPr id="7" name="텍스트 개체 틀 7">
            <a:extLst>
              <a:ext uri="{FF2B5EF4-FFF2-40B4-BE49-F238E27FC236}">
                <a16:creationId xmlns:a16="http://schemas.microsoft.com/office/drawing/2014/main" id="{FA38FA8B-18F8-20A2-783A-8A2B0BFA4B38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0094392" y="600137"/>
            <a:ext cx="1526023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1200" spc="-50" baseline="0">
                <a:solidFill>
                  <a:schemeClr val="bg1">
                    <a:alpha val="70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문서 버전</a:t>
            </a:r>
          </a:p>
        </p:txBody>
      </p:sp>
    </p:spTree>
    <p:extLst>
      <p:ext uri="{BB962C8B-B14F-4D97-AF65-F5344CB8AC3E}">
        <p14:creationId xmlns:p14="http://schemas.microsoft.com/office/powerpoint/2010/main" val="65424933"/>
      </p:ext>
    </p:extLst>
  </p:cSld>
  <p:clrMapOvr>
    <a:masterClrMapping/>
  </p:clrMapOvr>
  <p:transition spd="slow">
    <p:strip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자산정보/제개정내역">
    <p:bg>
      <p:bgPr>
        <a:solidFill>
          <a:srgbClr val="036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F8BDAF8-C0BB-E8D7-110A-EE3C077CE285}"/>
              </a:ext>
            </a:extLst>
          </p:cNvPr>
          <p:cNvGrpSpPr/>
          <p:nvPr userDrawn="1"/>
        </p:nvGrpSpPr>
        <p:grpSpPr>
          <a:xfrm>
            <a:off x="0" y="-56"/>
            <a:ext cx="12192000" cy="6858055"/>
            <a:chOff x="0" y="-56"/>
            <a:chExt cx="12192000" cy="685805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B871BCC-0875-5F23-FA64-26EFD6AD5F24}"/>
                </a:ext>
              </a:extLst>
            </p:cNvPr>
            <p:cNvSpPr/>
            <p:nvPr userDrawn="1"/>
          </p:nvSpPr>
          <p:spPr>
            <a:xfrm>
              <a:off x="0" y="0"/>
              <a:ext cx="12192000" cy="6857999"/>
            </a:xfrm>
            <a:prstGeom prst="rect">
              <a:avLst/>
            </a:prstGeom>
            <a:gradFill>
              <a:gsLst>
                <a:gs pos="0">
                  <a:srgbClr val="036EB8">
                    <a:lumMod val="98000"/>
                  </a:srgbClr>
                </a:gs>
                <a:gs pos="100000">
                  <a:srgbClr val="036EB8">
                    <a:lumMod val="79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5474627-022F-4ED4-52DB-AB639A978345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7000" y="86360"/>
              <a:ext cx="5095720" cy="4973320"/>
              <a:chOff x="127000" y="86360"/>
              <a:chExt cx="5095720" cy="4973320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483644D0-CF7F-E275-E704-95DE1538F97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7000" y="86360"/>
                <a:ext cx="0" cy="4500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891655BC-7310-1CF1-2CEE-BCCAD9294C4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81786" y="86360"/>
                <a:ext cx="0" cy="46990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86E26FF5-1EEC-7F0D-F0F1-ABA72ACC31B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36572" y="86360"/>
                <a:ext cx="0" cy="40741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FCE04EC7-14A7-0BA1-60A4-5D7733008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91358" y="86360"/>
                <a:ext cx="0" cy="48209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A50BF52C-4912-74A8-8CA5-D8BA9AEAF60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6144" y="86360"/>
                <a:ext cx="0" cy="44196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90D9E4C2-922A-E3F9-09D4-B0CC88C7905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00930" y="86360"/>
                <a:ext cx="0" cy="4754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2E92D3D6-5D7E-0287-054F-0A3B7FD8B8C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655716" y="86360"/>
                <a:ext cx="0" cy="49733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6609C660-5040-276C-3FC3-875F800113A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910502" y="86360"/>
                <a:ext cx="0" cy="49377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CA4F056A-8177-DBC8-41D4-F6FBD8DE2A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165288" y="86360"/>
                <a:ext cx="0" cy="47498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0CDB6B80-0D96-85E4-04D5-6AE3C38D33E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420074" y="86360"/>
                <a:ext cx="0" cy="48717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D62CC2B0-6879-14C9-A470-6B8C3809083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674860" y="86360"/>
                <a:ext cx="0" cy="4500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9D41AAE7-5933-8C30-FE05-3750868F994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9646" y="86360"/>
                <a:ext cx="0" cy="48209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4C44AE40-EECE-E885-3B27-A35DF8D427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84432" y="86360"/>
                <a:ext cx="0" cy="46024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162F34B8-2DAD-E92D-D69A-D733ED86CC1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439218" y="86360"/>
                <a:ext cx="0" cy="42214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590D2D55-C339-B845-9393-1746703249A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694004" y="86360"/>
                <a:ext cx="0" cy="40741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3B2D3C2D-B9DD-4406-9EF0-CE79E2DDED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948790" y="86360"/>
                <a:ext cx="0" cy="36271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2221B7DD-1D6F-A657-25EA-42F0A9C1B98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203576" y="86360"/>
                <a:ext cx="0" cy="32867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85C6C1FD-0443-0C06-10C1-4CD2D8FCDD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458362" y="86360"/>
                <a:ext cx="0" cy="28854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053CD0F1-DBA0-B3E6-4BF5-7749BE5483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13148" y="86360"/>
                <a:ext cx="0" cy="28854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73614B11-B058-3366-50DA-7E91F0395C5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967934" y="86360"/>
                <a:ext cx="0" cy="29210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F6D0BC37-658F-DE6A-593C-68F392C226C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222720" y="86360"/>
                <a:ext cx="0" cy="22758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CF86CED4-D7C7-F55D-6D71-546EDBCDEE85}"/>
                </a:ext>
              </a:extLst>
            </p:cNvPr>
            <p:cNvSpPr>
              <a:spLocks/>
            </p:cNvSpPr>
            <p:nvPr userDrawn="1"/>
          </p:nvSpPr>
          <p:spPr>
            <a:xfrm>
              <a:off x="6272602" y="-56"/>
              <a:ext cx="5919398" cy="1551918"/>
            </a:xfrm>
            <a:custGeom>
              <a:avLst/>
              <a:gdLst>
                <a:gd name="connsiteX0" fmla="*/ 0 w 5919398"/>
                <a:gd name="connsiteY0" fmla="*/ 0 h 1551918"/>
                <a:gd name="connsiteX1" fmla="*/ 5919398 w 5919398"/>
                <a:gd name="connsiteY1" fmla="*/ 0 h 1551918"/>
                <a:gd name="connsiteX2" fmla="*/ 5919398 w 5919398"/>
                <a:gd name="connsiteY2" fmla="*/ 1375574 h 1551918"/>
                <a:gd name="connsiteX3" fmla="*/ 5668840 w 5919398"/>
                <a:gd name="connsiteY3" fmla="*/ 1276782 h 1551918"/>
                <a:gd name="connsiteX4" fmla="*/ 3709599 w 5919398"/>
                <a:gd name="connsiteY4" fmla="*/ 931015 h 1551918"/>
                <a:gd name="connsiteX5" fmla="*/ 1239183 w 5919398"/>
                <a:gd name="connsiteY5" fmla="*/ 1492922 h 1551918"/>
                <a:gd name="connsiteX6" fmla="*/ 1123994 w 5919398"/>
                <a:gd name="connsiteY6" fmla="*/ 1551918 h 1551918"/>
                <a:gd name="connsiteX7" fmla="*/ 1013629 w 5919398"/>
                <a:gd name="connsiteY7" fmla="*/ 1450705 h 1551918"/>
                <a:gd name="connsiteX8" fmla="*/ 45149 w 5919398"/>
                <a:gd name="connsiteY8" fmla="*/ 99867 h 155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9398" h="1551918">
                  <a:moveTo>
                    <a:pt x="0" y="0"/>
                  </a:moveTo>
                  <a:lnTo>
                    <a:pt x="5919398" y="0"/>
                  </a:lnTo>
                  <a:lnTo>
                    <a:pt x="5919398" y="1375574"/>
                  </a:lnTo>
                  <a:lnTo>
                    <a:pt x="5668840" y="1276782"/>
                  </a:lnTo>
                  <a:cubicBezTo>
                    <a:pt x="5057917" y="1053093"/>
                    <a:pt x="4398015" y="931015"/>
                    <a:pt x="3709599" y="931015"/>
                  </a:cubicBezTo>
                  <a:cubicBezTo>
                    <a:pt x="2824493" y="931015"/>
                    <a:pt x="1986522" y="1132818"/>
                    <a:pt x="1239183" y="1492922"/>
                  </a:cubicBezTo>
                  <a:lnTo>
                    <a:pt x="1123994" y="1551918"/>
                  </a:lnTo>
                  <a:lnTo>
                    <a:pt x="1013629" y="1450705"/>
                  </a:lnTo>
                  <a:cubicBezTo>
                    <a:pt x="617802" y="1061894"/>
                    <a:pt x="288721" y="605360"/>
                    <a:pt x="45149" y="99867"/>
                  </a:cubicBezTo>
                  <a:close/>
                </a:path>
              </a:pathLst>
            </a:custGeom>
            <a:gradFill>
              <a:gsLst>
                <a:gs pos="0">
                  <a:srgbClr val="036EB8">
                    <a:lumMod val="92000"/>
                  </a:srgbClr>
                </a:gs>
                <a:gs pos="100000">
                  <a:srgbClr val="036EB8">
                    <a:lumMod val="89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2ACB4749-BEFD-B5C8-9F9F-C20AC0B63D21}"/>
                </a:ext>
              </a:extLst>
            </p:cNvPr>
            <p:cNvSpPr>
              <a:spLocks/>
            </p:cNvSpPr>
            <p:nvPr userDrawn="1"/>
          </p:nvSpPr>
          <p:spPr>
            <a:xfrm>
              <a:off x="4283975" y="931014"/>
              <a:ext cx="7908025" cy="5926985"/>
            </a:xfrm>
            <a:custGeom>
              <a:avLst/>
              <a:gdLst>
                <a:gd name="connsiteX0" fmla="*/ 5698225 w 7908025"/>
                <a:gd name="connsiteY0" fmla="*/ 0 h 5926985"/>
                <a:gd name="connsiteX1" fmla="*/ 7657466 w 7908025"/>
                <a:gd name="connsiteY1" fmla="*/ 345767 h 5926985"/>
                <a:gd name="connsiteX2" fmla="*/ 7908025 w 7908025"/>
                <a:gd name="connsiteY2" fmla="*/ 444559 h 5926985"/>
                <a:gd name="connsiteX3" fmla="*/ 7908025 w 7908025"/>
                <a:gd name="connsiteY3" fmla="*/ 5926985 h 5926985"/>
                <a:gd name="connsiteX4" fmla="*/ 5785 w 7908025"/>
                <a:gd name="connsiteY4" fmla="*/ 5926985 h 5926985"/>
                <a:gd name="connsiteX5" fmla="*/ 0 w 7908025"/>
                <a:gd name="connsiteY5" fmla="*/ 5698225 h 5926985"/>
                <a:gd name="connsiteX6" fmla="*/ 5698225 w 7908025"/>
                <a:gd name="connsiteY6" fmla="*/ 0 h 5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8025" h="5926985">
                  <a:moveTo>
                    <a:pt x="5698225" y="0"/>
                  </a:moveTo>
                  <a:cubicBezTo>
                    <a:pt x="6386641" y="0"/>
                    <a:pt x="7046543" y="122078"/>
                    <a:pt x="7657466" y="345767"/>
                  </a:cubicBezTo>
                  <a:lnTo>
                    <a:pt x="7908025" y="444559"/>
                  </a:lnTo>
                  <a:lnTo>
                    <a:pt x="7908025" y="5926985"/>
                  </a:lnTo>
                  <a:lnTo>
                    <a:pt x="5785" y="5926985"/>
                  </a:lnTo>
                  <a:lnTo>
                    <a:pt x="0" y="5698225"/>
                  </a:lnTo>
                  <a:cubicBezTo>
                    <a:pt x="0" y="2551182"/>
                    <a:pt x="2551183" y="0"/>
                    <a:pt x="5698225" y="0"/>
                  </a:cubicBezTo>
                  <a:close/>
                </a:path>
              </a:pathLst>
            </a:custGeom>
            <a:gradFill>
              <a:gsLst>
                <a:gs pos="0">
                  <a:srgbClr val="036EB8">
                    <a:lumMod val="95000"/>
                  </a:srgbClr>
                </a:gs>
                <a:gs pos="100000">
                  <a:srgbClr val="036EB8">
                    <a:lumMod val="68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DA395D-ECCC-5135-C217-F4C9CC76B040}"/>
              </a:ext>
            </a:extLst>
          </p:cNvPr>
          <p:cNvSpPr/>
          <p:nvPr userDrawn="1"/>
        </p:nvSpPr>
        <p:spPr>
          <a:xfrm>
            <a:off x="0" y="-56"/>
            <a:ext cx="12192000" cy="68580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A38DF0A9-C9B8-2632-9CD8-77230889E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485" y="537676"/>
            <a:ext cx="1349999" cy="216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3CF6B3-21B5-7BA5-1D64-1230637D76AB}"/>
              </a:ext>
            </a:extLst>
          </p:cNvPr>
          <p:cNvSpPr/>
          <p:nvPr userDrawn="1"/>
        </p:nvSpPr>
        <p:spPr>
          <a:xfrm>
            <a:off x="640357" y="814385"/>
            <a:ext cx="6744291" cy="4978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Clr>
                <a:srgbClr val="871542"/>
              </a:buClr>
              <a:buFont typeface="Wingdings" panose="05000000000000000000" pitchFamily="2" charset="2"/>
              <a:buNone/>
            </a:pPr>
            <a:r>
              <a:rPr lang="ko-KR" altLang="en-US" sz="2000" spc="-100" baseline="0" dirty="0">
                <a:solidFill>
                  <a:schemeClr val="bg1"/>
                </a:solidFill>
                <a:latin typeface="+mj-ea"/>
                <a:ea typeface="+mj-ea"/>
              </a:rPr>
              <a:t>문서</a:t>
            </a:r>
            <a:r>
              <a:rPr lang="en-US" altLang="ko-KR" sz="2000" spc="-100" baseline="0" dirty="0">
                <a:solidFill>
                  <a:schemeClr val="bg1"/>
                </a:solidFill>
                <a:latin typeface="+mj-ea"/>
                <a:ea typeface="+mj-ea"/>
              </a:rPr>
              <a:t>/</a:t>
            </a:r>
            <a:r>
              <a:rPr lang="ko-KR" altLang="en-US" sz="2000" spc="-100" baseline="0" dirty="0">
                <a:solidFill>
                  <a:schemeClr val="bg1"/>
                </a:solidFill>
                <a:latin typeface="+mj-ea"/>
                <a:ea typeface="+mj-ea"/>
              </a:rPr>
              <a:t>산출물 자산 정보 및 </a:t>
            </a:r>
            <a:r>
              <a:rPr lang="ko-KR" altLang="en-US" sz="2000" spc="-100" baseline="0" dirty="0" err="1">
                <a:solidFill>
                  <a:schemeClr val="bg1"/>
                </a:solidFill>
                <a:latin typeface="+mj-ea"/>
                <a:ea typeface="+mj-ea"/>
              </a:rPr>
              <a:t>제개정</a:t>
            </a:r>
            <a:r>
              <a:rPr lang="ko-KR" altLang="en-US" sz="2000" spc="-100" baseline="0" dirty="0">
                <a:solidFill>
                  <a:schemeClr val="bg1"/>
                </a:solidFill>
                <a:latin typeface="+mj-ea"/>
                <a:ea typeface="+mj-ea"/>
              </a:rPr>
              <a:t> 내역</a:t>
            </a:r>
          </a:p>
        </p:txBody>
      </p:sp>
    </p:spTree>
    <p:extLst>
      <p:ext uri="{BB962C8B-B14F-4D97-AF65-F5344CB8AC3E}">
        <p14:creationId xmlns:p14="http://schemas.microsoft.com/office/powerpoint/2010/main" val="219535971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과정 목표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6DAE79D-2D1B-8CDD-EBE9-CC6867B00A7B}"/>
              </a:ext>
            </a:extLst>
          </p:cNvPr>
          <p:cNvSpPr/>
          <p:nvPr userDrawn="1"/>
        </p:nvSpPr>
        <p:spPr>
          <a:xfrm>
            <a:off x="0" y="-56"/>
            <a:ext cx="12192000" cy="6858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A722C033-5024-3BA9-9379-2AB4D70CBE4E}"/>
              </a:ext>
            </a:extLst>
          </p:cNvPr>
          <p:cNvSpPr>
            <a:spLocks/>
          </p:cNvSpPr>
          <p:nvPr userDrawn="1"/>
        </p:nvSpPr>
        <p:spPr>
          <a:xfrm flipH="1">
            <a:off x="-4643" y="931014"/>
            <a:ext cx="7908025" cy="5926985"/>
          </a:xfrm>
          <a:custGeom>
            <a:avLst/>
            <a:gdLst>
              <a:gd name="connsiteX0" fmla="*/ 5698225 w 7908025"/>
              <a:gd name="connsiteY0" fmla="*/ 0 h 5926985"/>
              <a:gd name="connsiteX1" fmla="*/ 7657466 w 7908025"/>
              <a:gd name="connsiteY1" fmla="*/ 345767 h 5926985"/>
              <a:gd name="connsiteX2" fmla="*/ 7908025 w 7908025"/>
              <a:gd name="connsiteY2" fmla="*/ 444559 h 5926985"/>
              <a:gd name="connsiteX3" fmla="*/ 7908025 w 7908025"/>
              <a:gd name="connsiteY3" fmla="*/ 5926985 h 5926985"/>
              <a:gd name="connsiteX4" fmla="*/ 5785 w 7908025"/>
              <a:gd name="connsiteY4" fmla="*/ 5926985 h 5926985"/>
              <a:gd name="connsiteX5" fmla="*/ 0 w 7908025"/>
              <a:gd name="connsiteY5" fmla="*/ 5698225 h 5926985"/>
              <a:gd name="connsiteX6" fmla="*/ 5698225 w 7908025"/>
              <a:gd name="connsiteY6" fmla="*/ 0 h 5926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08025" h="5926985">
                <a:moveTo>
                  <a:pt x="5698225" y="0"/>
                </a:moveTo>
                <a:cubicBezTo>
                  <a:pt x="6386641" y="0"/>
                  <a:pt x="7046543" y="122078"/>
                  <a:pt x="7657466" y="345767"/>
                </a:cubicBezTo>
                <a:lnTo>
                  <a:pt x="7908025" y="444559"/>
                </a:lnTo>
                <a:lnTo>
                  <a:pt x="7908025" y="5926985"/>
                </a:lnTo>
                <a:lnTo>
                  <a:pt x="5785" y="5926985"/>
                </a:lnTo>
                <a:lnTo>
                  <a:pt x="0" y="5698225"/>
                </a:lnTo>
                <a:cubicBezTo>
                  <a:pt x="0" y="2551182"/>
                  <a:pt x="2551183" y="0"/>
                  <a:pt x="5698225" y="0"/>
                </a:cubicBezTo>
                <a:close/>
              </a:path>
            </a:pathLst>
          </a:custGeom>
          <a:gradFill>
            <a:gsLst>
              <a:gs pos="0">
                <a:srgbClr val="024878">
                  <a:alpha val="0"/>
                </a:srgbClr>
              </a:gs>
              <a:gs pos="100000">
                <a:srgbClr val="024878">
                  <a:alpha val="1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Pretendard GOV SemiBold" panose="02000703000000020004" pitchFamily="2" charset="-127"/>
              <a:ea typeface="Pretendard GOV SemiBold" panose="02000703000000020004" pitchFamily="2" charset="-127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A8A2FF-67F3-8918-0CD4-0D178B8F1B07}"/>
              </a:ext>
            </a:extLst>
          </p:cNvPr>
          <p:cNvSpPr>
            <a:spLocks noGrp="1"/>
          </p:cNvSpPr>
          <p:nvPr userDrawn="1">
            <p:ph sz="quarter" idx="12"/>
          </p:nvPr>
        </p:nvSpPr>
        <p:spPr>
          <a:xfrm>
            <a:off x="5027186" y="2547031"/>
            <a:ext cx="6762176" cy="3379899"/>
          </a:xfrm>
          <a:prstGeom prst="rect">
            <a:avLst/>
          </a:prstGeom>
        </p:spPr>
        <p:txBody>
          <a:bodyPr tIns="0" spcCol="180000" anchor="t"/>
          <a:lstStyle>
            <a:lvl1pPr marL="288000" indent="-288000">
              <a:lnSpc>
                <a:spcPct val="135000"/>
              </a:lnSpc>
              <a:spcBef>
                <a:spcPts val="400"/>
              </a:spcBef>
              <a:spcAft>
                <a:spcPts val="400"/>
              </a:spcAft>
              <a:buClrTx/>
              <a:buFont typeface="+mj-lt"/>
              <a:buAutoNum type="arabicPeriod"/>
              <a:defRPr sz="1900" spc="-1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chemeClr val="bg1"/>
              </a:buClr>
              <a:buFontTx/>
              <a:buNone/>
              <a:defRPr sz="1700" spc="-130" baseline="0">
                <a:solidFill>
                  <a:srgbClr val="024878"/>
                </a:solidFill>
                <a:latin typeface="+mn-ea"/>
                <a:ea typeface="+mn-ea"/>
              </a:defRPr>
            </a:lvl2pPr>
            <a:lvl3pPr marL="1163638" indent="-249238">
              <a:buClr>
                <a:schemeClr val="bg1">
                  <a:lumMod val="85000"/>
                </a:schemeClr>
              </a:buClr>
              <a:buFont typeface="+mj-lt"/>
              <a:buAutoNum type="arabicParenR"/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 marL="17145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21717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</p:txBody>
      </p:sp>
      <p:sp>
        <p:nvSpPr>
          <p:cNvPr id="15" name="바닥글 개체 틀 9">
            <a:extLst>
              <a:ext uri="{FF2B5EF4-FFF2-40B4-BE49-F238E27FC236}">
                <a16:creationId xmlns:a16="http://schemas.microsoft.com/office/drawing/2014/main" id="{615A9FA2-C466-01D7-15EE-0C2CFED53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0356" y="6298942"/>
            <a:ext cx="9659209" cy="3283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100" spc="-70" baseline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B2805E0-B436-C9FD-07EC-7A263620BC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1" y="2547031"/>
            <a:ext cx="2949846" cy="193352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rgbClr val="024878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본 교육의 목표는</a:t>
            </a:r>
            <a:br>
              <a:rPr lang="en-US" altLang="ko-KR" dirty="0"/>
            </a:br>
            <a:r>
              <a:rPr lang="ko-KR" altLang="en-US" dirty="0"/>
              <a:t>다음과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텍스트 개체 틀 13">
            <a:extLst>
              <a:ext uri="{FF2B5EF4-FFF2-40B4-BE49-F238E27FC236}">
                <a16:creationId xmlns:a16="http://schemas.microsoft.com/office/drawing/2014/main" id="{7C85C0FC-0471-EE43-2133-A1A8E8CAEB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7793" y="2183967"/>
            <a:ext cx="2497893" cy="3288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>
              <a:buNone/>
              <a:defRPr lang="ko-KR" altLang="en-US" sz="1800" spc="0" smtClean="0">
                <a:solidFill>
                  <a:srgbClr val="024878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+mj-cs"/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360363" lvl="0" indent="-360363">
              <a:spcBef>
                <a:spcPct val="0"/>
              </a:spcBef>
            </a:pPr>
            <a:r>
              <a:rPr lang="ko-KR" altLang="en-US" dirty="0"/>
              <a:t>과정 목표</a:t>
            </a:r>
          </a:p>
        </p:txBody>
      </p:sp>
      <p:pic>
        <p:nvPicPr>
          <p:cNvPr id="4" name="그래픽 7">
            <a:extLst>
              <a:ext uri="{FF2B5EF4-FFF2-40B4-BE49-F238E27FC236}">
                <a16:creationId xmlns:a16="http://schemas.microsoft.com/office/drawing/2014/main" id="{2EE39EC9-E323-B1E0-4B58-6FBC3E444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2434" y="6410896"/>
            <a:ext cx="1417499" cy="21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04364"/>
      </p:ext>
    </p:extLst>
  </p:cSld>
  <p:clrMapOvr>
    <a:masterClrMapping/>
  </p:clrMapOvr>
  <p:transition spd="slow">
    <p:push dir="u"/>
  </p:transition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DBE0DC-6EB3-14D0-9994-379D1E3E5FDE}"/>
              </a:ext>
            </a:extLst>
          </p:cNvPr>
          <p:cNvSpPr/>
          <p:nvPr userDrawn="1"/>
        </p:nvSpPr>
        <p:spPr>
          <a:xfrm>
            <a:off x="0" y="-56"/>
            <a:ext cx="12192000" cy="6858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C905F143-BCAD-1204-A78E-739833B82014}"/>
              </a:ext>
            </a:extLst>
          </p:cNvPr>
          <p:cNvSpPr>
            <a:spLocks/>
          </p:cNvSpPr>
          <p:nvPr userDrawn="1"/>
        </p:nvSpPr>
        <p:spPr>
          <a:xfrm>
            <a:off x="4283975" y="931014"/>
            <a:ext cx="7908025" cy="5926985"/>
          </a:xfrm>
          <a:custGeom>
            <a:avLst/>
            <a:gdLst>
              <a:gd name="connsiteX0" fmla="*/ 5698225 w 7908025"/>
              <a:gd name="connsiteY0" fmla="*/ 0 h 5926985"/>
              <a:gd name="connsiteX1" fmla="*/ 7657466 w 7908025"/>
              <a:gd name="connsiteY1" fmla="*/ 345767 h 5926985"/>
              <a:gd name="connsiteX2" fmla="*/ 7908025 w 7908025"/>
              <a:gd name="connsiteY2" fmla="*/ 444559 h 5926985"/>
              <a:gd name="connsiteX3" fmla="*/ 7908025 w 7908025"/>
              <a:gd name="connsiteY3" fmla="*/ 5926985 h 5926985"/>
              <a:gd name="connsiteX4" fmla="*/ 5785 w 7908025"/>
              <a:gd name="connsiteY4" fmla="*/ 5926985 h 5926985"/>
              <a:gd name="connsiteX5" fmla="*/ 0 w 7908025"/>
              <a:gd name="connsiteY5" fmla="*/ 5698225 h 5926985"/>
              <a:gd name="connsiteX6" fmla="*/ 5698225 w 7908025"/>
              <a:gd name="connsiteY6" fmla="*/ 0 h 5926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08025" h="5926985">
                <a:moveTo>
                  <a:pt x="5698225" y="0"/>
                </a:moveTo>
                <a:cubicBezTo>
                  <a:pt x="6386641" y="0"/>
                  <a:pt x="7046543" y="122078"/>
                  <a:pt x="7657466" y="345767"/>
                </a:cubicBezTo>
                <a:lnTo>
                  <a:pt x="7908025" y="444559"/>
                </a:lnTo>
                <a:lnTo>
                  <a:pt x="7908025" y="5926985"/>
                </a:lnTo>
                <a:lnTo>
                  <a:pt x="5785" y="5926985"/>
                </a:lnTo>
                <a:lnTo>
                  <a:pt x="0" y="5698225"/>
                </a:lnTo>
                <a:cubicBezTo>
                  <a:pt x="0" y="2551182"/>
                  <a:pt x="2551183" y="0"/>
                  <a:pt x="5698225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2000"/>
                </a:schemeClr>
              </a:gs>
              <a:gs pos="100000">
                <a:schemeClr val="tx1"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Pretendard GOV SemiBold" panose="02000703000000020004" pitchFamily="2" charset="-127"/>
              <a:ea typeface="Pretendard GOV SemiBold" panose="02000703000000020004" pitchFamily="2" charset="-127"/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6E13EB40-8595-AFF2-02A0-892AF3BE0BB2}"/>
              </a:ext>
            </a:extLst>
          </p:cNvPr>
          <p:cNvSpPr>
            <a:spLocks/>
          </p:cNvSpPr>
          <p:nvPr userDrawn="1"/>
        </p:nvSpPr>
        <p:spPr>
          <a:xfrm>
            <a:off x="6272602" y="-56"/>
            <a:ext cx="5919398" cy="1551918"/>
          </a:xfrm>
          <a:custGeom>
            <a:avLst/>
            <a:gdLst>
              <a:gd name="connsiteX0" fmla="*/ 0 w 5919398"/>
              <a:gd name="connsiteY0" fmla="*/ 0 h 1551918"/>
              <a:gd name="connsiteX1" fmla="*/ 5919398 w 5919398"/>
              <a:gd name="connsiteY1" fmla="*/ 0 h 1551918"/>
              <a:gd name="connsiteX2" fmla="*/ 5919398 w 5919398"/>
              <a:gd name="connsiteY2" fmla="*/ 1375574 h 1551918"/>
              <a:gd name="connsiteX3" fmla="*/ 5668840 w 5919398"/>
              <a:gd name="connsiteY3" fmla="*/ 1276782 h 1551918"/>
              <a:gd name="connsiteX4" fmla="*/ 3709599 w 5919398"/>
              <a:gd name="connsiteY4" fmla="*/ 931015 h 1551918"/>
              <a:gd name="connsiteX5" fmla="*/ 1239183 w 5919398"/>
              <a:gd name="connsiteY5" fmla="*/ 1492922 h 1551918"/>
              <a:gd name="connsiteX6" fmla="*/ 1123994 w 5919398"/>
              <a:gd name="connsiteY6" fmla="*/ 1551918 h 1551918"/>
              <a:gd name="connsiteX7" fmla="*/ 1013629 w 5919398"/>
              <a:gd name="connsiteY7" fmla="*/ 1450705 h 1551918"/>
              <a:gd name="connsiteX8" fmla="*/ 45149 w 5919398"/>
              <a:gd name="connsiteY8" fmla="*/ 99867 h 1551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19398" h="1551918">
                <a:moveTo>
                  <a:pt x="0" y="0"/>
                </a:moveTo>
                <a:lnTo>
                  <a:pt x="5919398" y="0"/>
                </a:lnTo>
                <a:lnTo>
                  <a:pt x="5919398" y="1375574"/>
                </a:lnTo>
                <a:lnTo>
                  <a:pt x="5668840" y="1276782"/>
                </a:lnTo>
                <a:cubicBezTo>
                  <a:pt x="5057917" y="1053093"/>
                  <a:pt x="4398015" y="931015"/>
                  <a:pt x="3709599" y="931015"/>
                </a:cubicBezTo>
                <a:cubicBezTo>
                  <a:pt x="2824493" y="931015"/>
                  <a:pt x="1986522" y="1132818"/>
                  <a:pt x="1239183" y="1492922"/>
                </a:cubicBezTo>
                <a:lnTo>
                  <a:pt x="1123994" y="1551918"/>
                </a:lnTo>
                <a:lnTo>
                  <a:pt x="1013629" y="1450705"/>
                </a:lnTo>
                <a:cubicBezTo>
                  <a:pt x="617802" y="1061894"/>
                  <a:pt x="288721" y="605360"/>
                  <a:pt x="45149" y="998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ko-KR" dirty="0">
                <a:latin typeface="Pretendard GOV SemiBold" panose="02000703000000020004" pitchFamily="2" charset="-127"/>
                <a:ea typeface="Pretendard GOV SemiBold" panose="02000703000000020004" pitchFamily="2" charset="-127"/>
              </a:rPr>
              <a:t> </a:t>
            </a:r>
            <a:endParaRPr lang="ko-KR" altLang="en-US" dirty="0">
              <a:latin typeface="Pretendard GOV SemiBold" panose="02000703000000020004" pitchFamily="2" charset="-127"/>
              <a:ea typeface="Pretendard GOV SemiBold" panose="02000703000000020004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CDD357-9E0C-8B77-4391-B69B01235F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7185" y="936801"/>
            <a:ext cx="5848901" cy="4984398"/>
          </a:xfrm>
          <a:prstGeom prst="rect">
            <a:avLst/>
          </a:prstGeom>
        </p:spPr>
        <p:txBody>
          <a:bodyPr numCol="1" anchor="ctr">
            <a:noAutofit/>
          </a:bodyPr>
          <a:lstStyle>
            <a:lvl1pPr marL="515938" indent="-588963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24878"/>
              </a:buClr>
              <a:buFont typeface="+mj-lt"/>
              <a:buAutoNum type="romanUcPeriod"/>
              <a:tabLst>
                <a:tab pos="442913" algn="l"/>
              </a:tabLst>
              <a:defRPr lang="ko-KR" altLang="en-US" sz="2200" kern="1200" spc="-70" baseline="0" dirty="0">
                <a:solidFill>
                  <a:srgbClr val="024878"/>
                </a:solidFill>
                <a:latin typeface="+mj-ea"/>
                <a:ea typeface="+mj-ea"/>
                <a:cs typeface="+mn-cs"/>
              </a:defRPr>
            </a:lvl1pPr>
            <a:lvl2pPr marL="800100" indent="-3429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  <a:defRPr lang="ko-KR" altLang="en-US" sz="1800" kern="1200" spc="-7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1257300" indent="-342900">
              <a:lnSpc>
                <a:spcPct val="120000"/>
              </a:lnSpc>
              <a:buFont typeface="+mj-lt"/>
              <a:buAutoNum type="arabicParenR"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360000" lvl="0" indent="-432000" algn="l" defTabSz="914400" rtl="0" eaLnBrk="1" latinLnBrk="1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24878"/>
              </a:buClr>
              <a:buFont typeface="+mj-lt"/>
              <a:buAutoNum type="romanUcPeriod"/>
            </a:pPr>
            <a:r>
              <a:rPr lang="ko-KR" altLang="en-US" dirty="0"/>
              <a:t>마스터 텍스트 스타일을 편집하려면 클릭</a:t>
            </a:r>
          </a:p>
          <a:p>
            <a:pPr marL="800100" lvl="1" indent="-342900" algn="l" defTabSz="914400" rtl="0" eaLnBrk="1" latin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lphaUcPeriod"/>
            </a:pPr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1C2BC-CC9B-01CB-CF00-0513CAAC8D52}"/>
              </a:ext>
            </a:extLst>
          </p:cNvPr>
          <p:cNvSpPr txBox="1"/>
          <p:nvPr userDrawn="1"/>
        </p:nvSpPr>
        <p:spPr>
          <a:xfrm>
            <a:off x="2552872" y="2645541"/>
            <a:ext cx="1396498" cy="5861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>
              <a:lnSpc>
                <a:spcPct val="80000"/>
              </a:lnSpc>
            </a:pPr>
            <a:r>
              <a:rPr lang="ko-KR" altLang="en-US" sz="4000" dirty="0">
                <a:solidFill>
                  <a:srgbClr val="024878"/>
                </a:solidFill>
                <a:latin typeface="Pretendard GOV ExtraBold" panose="02000903000000020004" pitchFamily="50" charset="-127"/>
                <a:ea typeface="Pretendard GOV ExtraBold" panose="02000903000000020004" pitchFamily="50" charset="-127"/>
                <a:cs typeface="Pretendard GOV ExtraBold" panose="02000903000000020004" pitchFamily="50" charset="-127"/>
              </a:rPr>
              <a:t>목</a:t>
            </a:r>
            <a:r>
              <a:rPr lang="en-US" altLang="ko-KR" sz="4000" dirty="0">
                <a:solidFill>
                  <a:srgbClr val="024878"/>
                </a:solidFill>
                <a:latin typeface="Pretendard GOV ExtraBold" panose="02000903000000020004" pitchFamily="50" charset="-127"/>
                <a:ea typeface="Pretendard GOV ExtraBold" panose="02000903000000020004" pitchFamily="50" charset="-127"/>
                <a:cs typeface="Pretendard GOV ExtraBold" panose="02000903000000020004" pitchFamily="50" charset="-127"/>
              </a:rPr>
              <a:t>  </a:t>
            </a:r>
            <a:r>
              <a:rPr lang="ko-KR" altLang="en-US" sz="4000" dirty="0">
                <a:solidFill>
                  <a:srgbClr val="024878"/>
                </a:solidFill>
                <a:latin typeface="Pretendard GOV ExtraBold" panose="02000903000000020004" pitchFamily="50" charset="-127"/>
                <a:ea typeface="Pretendard GOV ExtraBold" panose="02000903000000020004" pitchFamily="50" charset="-127"/>
                <a:cs typeface="Pretendard GOV ExtraBold" panose="02000903000000020004" pitchFamily="50" charset="-127"/>
              </a:rPr>
              <a:t>차</a:t>
            </a:r>
            <a:endParaRPr lang="en-US" altLang="ko-KR" sz="4000" dirty="0">
              <a:solidFill>
                <a:srgbClr val="024878"/>
              </a:solidFill>
              <a:latin typeface="Pretendard GOV ExtraBold" panose="02000903000000020004" pitchFamily="50" charset="-127"/>
              <a:ea typeface="Pretendard GOV ExtraBold" panose="02000903000000020004" pitchFamily="50" charset="-127"/>
              <a:cs typeface="Pretendard GOV ExtraBold" panose="020009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5F7962-DFE2-47DA-EA5C-5DB02417CEBB}"/>
              </a:ext>
            </a:extLst>
          </p:cNvPr>
          <p:cNvSpPr txBox="1"/>
          <p:nvPr userDrawn="1"/>
        </p:nvSpPr>
        <p:spPr>
          <a:xfrm>
            <a:off x="2588113" y="2142076"/>
            <a:ext cx="1326016" cy="3693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60363" lvl="0" indent="-360363" algn="r">
              <a:lnSpc>
                <a:spcPct val="100000"/>
              </a:lnSpc>
              <a:spcBef>
                <a:spcPct val="0"/>
              </a:spcBef>
              <a:buClr>
                <a:srgbClr val="024878"/>
              </a:buClr>
              <a:buFont typeface="Wingdings" panose="05000000000000000000" pitchFamily="2" charset="2"/>
              <a:buNone/>
              <a:defRPr spc="0" baseline="0">
                <a:solidFill>
                  <a:srgbClr val="024878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+mj-cs"/>
              </a:defRPr>
            </a:lvl1pPr>
            <a:lvl2pPr marL="715963" indent="-258763">
              <a:lnSpc>
                <a:spcPct val="110000"/>
              </a:lnSpc>
              <a:spcBef>
                <a:spcPts val="500"/>
              </a:spcBef>
              <a:buClr>
                <a:srgbClr val="024878"/>
              </a:buClr>
              <a:buFont typeface="Wingdings" panose="05000000000000000000" pitchFamily="2" charset="2"/>
              <a:buChar char="l"/>
              <a:defRPr spc="-120" baseline="0">
                <a:latin typeface="Pretendard GOV Medium" panose="02000603000000020004" pitchFamily="50" charset="-127"/>
                <a:ea typeface="Pretendard GOV Medium" panose="02000603000000020004" pitchFamily="50" charset="-127"/>
                <a:cs typeface="Pretendard GOV Medium" panose="02000603000000020004" pitchFamily="50" charset="-127"/>
              </a:defRPr>
            </a:lvl2pPr>
            <a:lvl3pPr marL="1076325" indent="-161925">
              <a:lnSpc>
                <a:spcPct val="100000"/>
              </a:lnSpc>
              <a:spcBef>
                <a:spcPts val="500"/>
              </a:spcBef>
              <a:buFont typeface="Pretendard GOV" panose="02000503000000020004" pitchFamily="50" charset="-127"/>
              <a:buChar char="‐"/>
              <a:tabLst>
                <a:tab pos="1076325" algn="l"/>
              </a:tabLst>
              <a:defRPr sz="1600" spc="-120" baseline="0">
                <a:latin typeface="+mn-ea"/>
                <a:cs typeface="Pretendard GOV" panose="020B0600000101010101" charset="-127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spc="-1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Pretendard GOV" panose="020B0600000101010101" charset="-127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spc="-1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Pretendard GOV" panose="020B0600000101010101" charset="-12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dist"/>
            <a:r>
              <a:rPr lang="en-US" altLang="ko-KR" sz="1800" dirty="0">
                <a:latin typeface="Pretendard GOV Light" panose="02000403000000020004" pitchFamily="50" charset="-127"/>
                <a:ea typeface="Pretendard GOV Light" panose="02000403000000020004" pitchFamily="50" charset="-127"/>
                <a:cs typeface="Pretendard GOV Light" panose="02000403000000020004" pitchFamily="50" charset="-127"/>
              </a:rPr>
              <a:t>Contents</a:t>
            </a:r>
          </a:p>
        </p:txBody>
      </p:sp>
      <p:pic>
        <p:nvPicPr>
          <p:cNvPr id="5" name="그래픽 7">
            <a:extLst>
              <a:ext uri="{FF2B5EF4-FFF2-40B4-BE49-F238E27FC236}">
                <a16:creationId xmlns:a16="http://schemas.microsoft.com/office/drawing/2014/main" id="{19024219-AF5B-0B81-F5C9-2617ECB652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2434" y="6410896"/>
            <a:ext cx="1417499" cy="21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95551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v1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6DAE79D-2D1B-8CDD-EBE9-CC6867B00A7B}"/>
              </a:ext>
            </a:extLst>
          </p:cNvPr>
          <p:cNvSpPr/>
          <p:nvPr userDrawn="1"/>
        </p:nvSpPr>
        <p:spPr>
          <a:xfrm>
            <a:off x="0" y="-56"/>
            <a:ext cx="12192000" cy="6858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187C35BC-8D57-6524-2F79-06A6EFFD9A72}"/>
              </a:ext>
            </a:extLst>
          </p:cNvPr>
          <p:cNvSpPr>
            <a:spLocks/>
          </p:cNvSpPr>
          <p:nvPr userDrawn="1"/>
        </p:nvSpPr>
        <p:spPr>
          <a:xfrm rot="10800000">
            <a:off x="0" y="-56"/>
            <a:ext cx="7908025" cy="5926985"/>
          </a:xfrm>
          <a:custGeom>
            <a:avLst/>
            <a:gdLst>
              <a:gd name="connsiteX0" fmla="*/ 5698225 w 7908025"/>
              <a:gd name="connsiteY0" fmla="*/ 0 h 5926985"/>
              <a:gd name="connsiteX1" fmla="*/ 7657466 w 7908025"/>
              <a:gd name="connsiteY1" fmla="*/ 345767 h 5926985"/>
              <a:gd name="connsiteX2" fmla="*/ 7908025 w 7908025"/>
              <a:gd name="connsiteY2" fmla="*/ 444559 h 5926985"/>
              <a:gd name="connsiteX3" fmla="*/ 7908025 w 7908025"/>
              <a:gd name="connsiteY3" fmla="*/ 5926985 h 5926985"/>
              <a:gd name="connsiteX4" fmla="*/ 5785 w 7908025"/>
              <a:gd name="connsiteY4" fmla="*/ 5926985 h 5926985"/>
              <a:gd name="connsiteX5" fmla="*/ 0 w 7908025"/>
              <a:gd name="connsiteY5" fmla="*/ 5698225 h 5926985"/>
              <a:gd name="connsiteX6" fmla="*/ 5698225 w 7908025"/>
              <a:gd name="connsiteY6" fmla="*/ 0 h 5926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08025" h="5926985">
                <a:moveTo>
                  <a:pt x="5698225" y="0"/>
                </a:moveTo>
                <a:cubicBezTo>
                  <a:pt x="6386641" y="0"/>
                  <a:pt x="7046543" y="122078"/>
                  <a:pt x="7657466" y="345767"/>
                </a:cubicBezTo>
                <a:lnTo>
                  <a:pt x="7908025" y="444559"/>
                </a:lnTo>
                <a:lnTo>
                  <a:pt x="7908025" y="5926985"/>
                </a:lnTo>
                <a:lnTo>
                  <a:pt x="5785" y="5926985"/>
                </a:lnTo>
                <a:lnTo>
                  <a:pt x="0" y="5698225"/>
                </a:lnTo>
                <a:cubicBezTo>
                  <a:pt x="0" y="2551182"/>
                  <a:pt x="2551183" y="0"/>
                  <a:pt x="5698225" y="0"/>
                </a:cubicBezTo>
                <a:close/>
              </a:path>
            </a:pathLst>
          </a:custGeom>
          <a:gradFill>
            <a:gsLst>
              <a:gs pos="0">
                <a:srgbClr val="024878">
                  <a:alpha val="0"/>
                </a:srgbClr>
              </a:gs>
              <a:gs pos="100000">
                <a:srgbClr val="024878">
                  <a:alpha val="1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C0312D7-578B-4777-2F5C-4F97AC475869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005841" y="2547031"/>
            <a:ext cx="2949846" cy="193352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3000">
                <a:solidFill>
                  <a:srgbClr val="024878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챕터 제목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A8A2FF-67F3-8918-0CD4-0D178B8F1B07}"/>
              </a:ext>
            </a:extLst>
          </p:cNvPr>
          <p:cNvSpPr>
            <a:spLocks noGrp="1"/>
          </p:cNvSpPr>
          <p:nvPr userDrawn="1">
            <p:ph sz="quarter" idx="12"/>
          </p:nvPr>
        </p:nvSpPr>
        <p:spPr>
          <a:xfrm>
            <a:off x="5027186" y="2547031"/>
            <a:ext cx="6762175" cy="3379899"/>
          </a:xfrm>
          <a:prstGeom prst="rect">
            <a:avLst/>
          </a:prstGeom>
        </p:spPr>
        <p:txBody>
          <a:bodyPr tIns="0" spcCol="180000" anchor="t"/>
          <a:lstStyle>
            <a:lvl1pPr marL="288000" indent="-288000">
              <a:lnSpc>
                <a:spcPct val="135000"/>
              </a:lnSpc>
              <a:spcBef>
                <a:spcPts val="400"/>
              </a:spcBef>
              <a:spcAft>
                <a:spcPts val="400"/>
              </a:spcAft>
              <a:buClrTx/>
              <a:buFont typeface="+mj-lt"/>
              <a:buAutoNum type="arabicPeriod"/>
              <a:defRPr sz="1900" spc="-100" baseline="0">
                <a:solidFill>
                  <a:srgbClr val="024878"/>
                </a:solidFill>
                <a:latin typeface="+mj-ea"/>
                <a:ea typeface="+mj-ea"/>
              </a:defRPr>
            </a:lvl1pPr>
            <a:lvl2pPr marL="800100" indent="-342900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Tx/>
              <a:buFont typeface="+mj-lt"/>
              <a:buAutoNum type="arabicParenR"/>
              <a:defRPr sz="1700" spc="-130" baseline="0">
                <a:solidFill>
                  <a:srgbClr val="024878"/>
                </a:solidFill>
                <a:latin typeface="+mn-ea"/>
                <a:ea typeface="+mn-ea"/>
              </a:defRPr>
            </a:lvl2pPr>
            <a:lvl3pPr marL="1163638" indent="-249238">
              <a:buClr>
                <a:schemeClr val="bg1">
                  <a:lumMod val="85000"/>
                </a:schemeClr>
              </a:buClr>
              <a:buFont typeface="+mj-lt"/>
              <a:buAutoNum type="arabicParenR"/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 marL="17145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21717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세부 섹션 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87A256A3-5BC9-4B47-22A1-2955192CCC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7793" y="2183967"/>
            <a:ext cx="2497893" cy="3288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>
              <a:buNone/>
              <a:defRPr lang="ko-KR" altLang="en-US" sz="1800" spc="0" smtClean="0">
                <a:solidFill>
                  <a:srgbClr val="024878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+mj-cs"/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360363" lvl="0" indent="-360363">
              <a:spcBef>
                <a:spcPct val="0"/>
              </a:spcBef>
            </a:pPr>
            <a:r>
              <a:rPr lang="en-US" altLang="ko-KR" dirty="0"/>
              <a:t>CHAPTER I</a:t>
            </a:r>
            <a:endParaRPr lang="ko-KR" altLang="en-US" dirty="0"/>
          </a:p>
        </p:txBody>
      </p:sp>
      <p:sp>
        <p:nvSpPr>
          <p:cNvPr id="15" name="바닥글 개체 틀 9">
            <a:extLst>
              <a:ext uri="{FF2B5EF4-FFF2-40B4-BE49-F238E27FC236}">
                <a16:creationId xmlns:a16="http://schemas.microsoft.com/office/drawing/2014/main" id="{615A9FA2-C466-01D7-15EE-0C2CFED53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0356" y="6298942"/>
            <a:ext cx="9659209" cy="3283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100" spc="-70" baseline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ko-KR" altLang="en-US" dirty="0"/>
          </a:p>
        </p:txBody>
      </p:sp>
      <p:pic>
        <p:nvPicPr>
          <p:cNvPr id="5" name="그래픽 7">
            <a:extLst>
              <a:ext uri="{FF2B5EF4-FFF2-40B4-BE49-F238E27FC236}">
                <a16:creationId xmlns:a16="http://schemas.microsoft.com/office/drawing/2014/main" id="{69E4A0B0-70E7-C08E-F1A7-9AEEDF03C1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2434" y="6410896"/>
            <a:ext cx="1417499" cy="21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87759"/>
      </p:ext>
    </p:extLst>
  </p:cSld>
  <p:clrMapOvr>
    <a:masterClrMapping/>
  </p:clrMapOvr>
  <p:transition spd="slow">
    <p:push dir="u"/>
  </p:transition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일반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A628433-D861-A8BF-B29B-BAFEFDAAA2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vert="horz" lIns="91440" tIns="45720" rIns="91440" bIns="45720" rtlCol="0" anchor="ctr">
            <a:noAutofit/>
          </a:bodyPr>
          <a:lstStyle>
            <a:lvl1pPr>
              <a:defRPr lang="ko-KR" altLang="en-US" smtClean="0"/>
            </a:lvl1pPr>
          </a:lstStyle>
          <a:p>
            <a:fld id="{8807C97D-FDB1-4F38-8BE1-4DE8F36CC357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82C5FC-18CA-58A7-BA2D-9CCC2DDF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5" y="378295"/>
            <a:ext cx="8709592" cy="434974"/>
          </a:xfrm>
        </p:spPr>
        <p:txBody>
          <a:bodyPr/>
          <a:lstStyle>
            <a:lvl1pPr>
              <a:defRPr>
                <a:solidFill>
                  <a:srgbClr val="024878"/>
                </a:solidFill>
                <a:latin typeface="Pretendard GOV ExtraBold" panose="02000903000000020004" pitchFamily="2" charset="-127"/>
                <a:ea typeface="Pretendard GOV ExtraBold" panose="02000903000000020004" pitchFamily="2" charset="-127"/>
                <a:cs typeface="Pretendard GOV ExtraBold" panose="020009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83CA623-92FE-21F4-1CE4-785B6461F92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1643" y="945322"/>
            <a:ext cx="11387132" cy="537134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ko-KR" altLang="en-US" dirty="0"/>
            </a:lvl1pPr>
            <a:lvl2pPr>
              <a:defRPr lang="ko-KR" altLang="en-US" dirty="0"/>
            </a:lvl2pPr>
            <a:lvl3pPr>
              <a:defRPr lang="ko-KR" altLang="en-US" dirty="0"/>
            </a:lvl3pPr>
            <a:lvl4pPr>
              <a:defRPr lang="ko-KR" altLang="en-US" dirty="0"/>
            </a:lvl4pPr>
            <a:lvl5pPr>
              <a:defRPr lang="ko-KR" altLang="en-US" dirty="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EEFA2C2B-C521-597A-FB07-5D15B2DE51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027" y="378295"/>
            <a:ext cx="2677537" cy="434974"/>
          </a:xfrm>
          <a:prstGeom prst="rect">
            <a:avLst/>
          </a:prstGeom>
        </p:spPr>
        <p:txBody>
          <a:bodyPr rIns="0" anchor="t">
            <a:noAutofit/>
          </a:bodyPr>
          <a:lstStyle>
            <a:lvl1pPr marL="0" indent="0" algn="r">
              <a:buNone/>
              <a:defRPr sz="1200" spc="-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상위 메뉴의 섹션 번호 및 제목</a:t>
            </a:r>
          </a:p>
        </p:txBody>
      </p:sp>
    </p:spTree>
    <p:extLst>
      <p:ext uri="{BB962C8B-B14F-4D97-AF65-F5344CB8AC3E}">
        <p14:creationId xmlns:p14="http://schemas.microsoft.com/office/powerpoint/2010/main" val="1214641081"/>
      </p:ext>
    </p:extLst>
  </p:cSld>
  <p:clrMapOvr>
    <a:masterClrMapping/>
  </p:clrMapOvr>
  <p:transition spd="slow">
    <p:strip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6332D-21E1-2654-66AF-35B291003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2433" y="945322"/>
            <a:ext cx="5616000" cy="537134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ko-KR" altLang="en-US" dirty="0"/>
            </a:lvl1pPr>
            <a:lvl2pPr>
              <a:defRPr lang="ko-KR" altLang="en-US" dirty="0"/>
            </a:lvl2pPr>
            <a:lvl3pPr>
              <a:defRPr lang="ko-KR" altLang="en-US" dirty="0"/>
            </a:lvl3pPr>
            <a:lvl4pPr>
              <a:defRPr lang="ko-KR" altLang="en-US" dirty="0"/>
            </a:lvl4pPr>
            <a:lvl5pPr>
              <a:defRPr lang="ko-KR" altLang="en-US" dirty="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08C5CF-8A97-9886-DDA1-A7DFCC16B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569" y="945322"/>
            <a:ext cx="5616000" cy="537134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ko-KR" altLang="en-US" dirty="0"/>
            </a:lvl1pPr>
            <a:lvl2pPr>
              <a:defRPr lang="ko-KR" altLang="en-US" dirty="0"/>
            </a:lvl2pPr>
            <a:lvl3pPr>
              <a:defRPr lang="ko-KR" altLang="en-US" dirty="0"/>
            </a:lvl3pPr>
            <a:lvl4pPr>
              <a:defRPr lang="ko-KR" altLang="en-US" dirty="0"/>
            </a:lvl4pPr>
            <a:lvl5pPr>
              <a:defRPr lang="ko-KR" altLang="en-US" dirty="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3C400E-D582-9702-9DA6-013C49E1C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8807C97D-FDB1-4F38-8BE1-4DE8F36CC35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5CD007E3-4C00-9611-F4CE-D8189CF5D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>
            <a:lvl1pPr>
              <a:defRPr lang="ko-KR" altLang="en-US" dirty="0"/>
            </a:lvl1pPr>
          </a:lstStyle>
          <a:p>
            <a:pPr marL="177800" lvl="0" indent="-177800"/>
            <a:r>
              <a:rPr lang="ko-KR" altLang="en-US" dirty="0"/>
              <a:t>마스터 제목 스타일 편집</a:t>
            </a:r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E76E8071-C29A-9BBD-9091-9E5CE34007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025" y="378295"/>
            <a:ext cx="2677539" cy="434974"/>
          </a:xfrm>
          <a:prstGeom prst="rect">
            <a:avLst/>
          </a:prstGeom>
        </p:spPr>
        <p:txBody>
          <a:bodyPr rIns="0" anchor="t">
            <a:noAutofit/>
          </a:bodyPr>
          <a:lstStyle>
            <a:lvl1pPr marL="0" indent="0" algn="r">
              <a:buNone/>
              <a:defRPr sz="1200" spc="-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상위 메뉴의 섹션 번호 및 제목</a:t>
            </a:r>
          </a:p>
        </p:txBody>
      </p:sp>
    </p:spTree>
    <p:extLst>
      <p:ext uri="{BB962C8B-B14F-4D97-AF65-F5344CB8AC3E}">
        <p14:creationId xmlns:p14="http://schemas.microsoft.com/office/powerpoint/2010/main" val="1345856635"/>
      </p:ext>
    </p:extLst>
  </p:cSld>
  <p:clrMapOvr>
    <a:masterClrMapping/>
  </p:clrMapOvr>
  <p:transition spd="slow">
    <p:strip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8B11C-3599-0B34-0693-72B2FFF4C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435" y="945322"/>
            <a:ext cx="5616000" cy="54387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Pretendard GOV" panose="02000503000000020004" pitchFamily="2" charset="-127"/>
                <a:ea typeface="Pretendard GOV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971886-E867-C8F0-EC32-CB473017D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2435" y="1590482"/>
            <a:ext cx="5616000" cy="4726182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F85D68-2CCB-3ADC-C8FB-BB90AABB3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3565" y="945322"/>
            <a:ext cx="5616000" cy="54387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Pretendard GOV" panose="02000503000000020004" pitchFamily="2" charset="-127"/>
                <a:ea typeface="Pretendard GOV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7A175A-3223-E9DD-AEFF-F11889E9B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3565" y="1590482"/>
            <a:ext cx="5616000" cy="4726182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A06099-FAD5-DE6D-199E-72D1CB699A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8807C97D-FDB1-4F38-8BE1-4DE8F36CC35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45A77C04-805C-A91B-5092-89AB62D26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텍스트 개체 틀 8">
            <a:extLst>
              <a:ext uri="{FF2B5EF4-FFF2-40B4-BE49-F238E27FC236}">
                <a16:creationId xmlns:a16="http://schemas.microsoft.com/office/drawing/2014/main" id="{A5B31E34-F0CA-EEDA-CED9-73B852AD9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025" y="378295"/>
            <a:ext cx="2677539" cy="434974"/>
          </a:xfrm>
          <a:prstGeom prst="rect">
            <a:avLst/>
          </a:prstGeom>
        </p:spPr>
        <p:txBody>
          <a:bodyPr rIns="0" anchor="t">
            <a:noAutofit/>
          </a:bodyPr>
          <a:lstStyle>
            <a:lvl1pPr marL="0" indent="0" algn="r">
              <a:buNone/>
              <a:defRPr sz="1200" spc="-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상위 메뉴의 섹션 번호 및 제목</a:t>
            </a:r>
          </a:p>
        </p:txBody>
      </p:sp>
    </p:spTree>
    <p:extLst>
      <p:ext uri="{BB962C8B-B14F-4D97-AF65-F5344CB8AC3E}">
        <p14:creationId xmlns:p14="http://schemas.microsoft.com/office/powerpoint/2010/main" val="274528230"/>
      </p:ext>
    </p:extLst>
  </p:cSld>
  <p:clrMapOvr>
    <a:masterClrMapping/>
  </p:clrMapOvr>
  <p:transition spd="slow">
    <p:strip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3788CB9-AB67-57F9-4871-2FDB9EF83C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8807C97D-FDB1-4F38-8BE1-4DE8F36CC3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54B8B38-4C46-2227-6273-580C1C21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>
            <a:lvl1pPr>
              <a:defRPr lang="ko-KR" altLang="en-US" dirty="0">
                <a:latin typeface="Pretendard GOV ExtraBold" panose="02000903000000020004" pitchFamily="2" charset="-127"/>
                <a:ea typeface="Pretendard GOV ExtraBold" panose="02000903000000020004" pitchFamily="2" charset="-127"/>
                <a:cs typeface="Pretendard GOV ExtraBold" panose="02000903000000020004" pitchFamily="2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텍스트 개체 틀 8">
            <a:extLst>
              <a:ext uri="{FF2B5EF4-FFF2-40B4-BE49-F238E27FC236}">
                <a16:creationId xmlns:a16="http://schemas.microsoft.com/office/drawing/2014/main" id="{0CA84E0D-1AC1-438D-306B-B0AFB32995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025" y="378295"/>
            <a:ext cx="2677539" cy="434974"/>
          </a:xfrm>
          <a:prstGeom prst="rect">
            <a:avLst/>
          </a:prstGeom>
        </p:spPr>
        <p:txBody>
          <a:bodyPr rIns="0" anchor="t">
            <a:noAutofit/>
          </a:bodyPr>
          <a:lstStyle>
            <a:lvl1pPr marL="0" indent="0" algn="r">
              <a:buNone/>
              <a:defRPr sz="1200" spc="-5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상위 메뉴의 섹션 번호 및 제목</a:t>
            </a:r>
          </a:p>
        </p:txBody>
      </p:sp>
    </p:spTree>
    <p:extLst>
      <p:ext uri="{BB962C8B-B14F-4D97-AF65-F5344CB8AC3E}">
        <p14:creationId xmlns:p14="http://schemas.microsoft.com/office/powerpoint/2010/main" val="4001481499"/>
      </p:ext>
    </p:extLst>
  </p:cSld>
  <p:clrMapOvr>
    <a:masterClrMapping/>
  </p:clrMapOvr>
  <p:transition spd="slow">
    <p:strip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3AA1E83-4F53-D009-E497-ABCBC143ED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7D-FDB1-4F38-8BE1-4DE8F36CC35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26389"/>
      </p:ext>
    </p:extLst>
  </p:cSld>
  <p:clrMapOvr>
    <a:masterClrMapping/>
  </p:clrMapOvr>
  <p:transition spd="slow">
    <p:strip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부록/붙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663D1D-CBCE-4A17-FCD0-3F84645D61A0}"/>
              </a:ext>
            </a:extLst>
          </p:cNvPr>
          <p:cNvSpPr/>
          <p:nvPr userDrawn="1"/>
        </p:nvSpPr>
        <p:spPr>
          <a:xfrm>
            <a:off x="0" y="0"/>
            <a:ext cx="12192000" cy="812330"/>
          </a:xfrm>
          <a:prstGeom prst="rect">
            <a:avLst/>
          </a:prstGeom>
          <a:solidFill>
            <a:schemeClr val="tx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687955A9-4B06-DCFB-C741-B194A582E4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134" y="189952"/>
            <a:ext cx="11386597" cy="4349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spc="-100" baseline="0">
                <a:solidFill>
                  <a:srgbClr val="024878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부록 번호 및 제목</a:t>
            </a:r>
          </a:p>
        </p:txBody>
      </p:sp>
      <p:sp>
        <p:nvSpPr>
          <p:cNvPr id="3" name="텍스트 개체 틀 10">
            <a:extLst>
              <a:ext uri="{FF2B5EF4-FFF2-40B4-BE49-F238E27FC236}">
                <a16:creationId xmlns:a16="http://schemas.microsoft.com/office/drawing/2014/main" id="{8674623D-BD57-A521-0D01-FF3444F576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435" y="6040388"/>
            <a:ext cx="11387130" cy="300038"/>
          </a:xfrm>
          <a:prstGeom prst="rect">
            <a:avLst/>
          </a:prstGeom>
        </p:spPr>
        <p:txBody>
          <a:bodyPr bIns="0" anchor="b">
            <a:noAutofit/>
          </a:bodyPr>
          <a:lstStyle>
            <a:lvl1pPr marL="0" indent="0">
              <a:lnSpc>
                <a:spcPct val="103000"/>
              </a:lnSpc>
              <a:spcBef>
                <a:spcPts val="0"/>
              </a:spcBef>
              <a:buNone/>
              <a:defRPr sz="1000" spc="10" baseline="0">
                <a:solidFill>
                  <a:schemeClr val="tx1">
                    <a:lumMod val="50000"/>
                    <a:lumOff val="50000"/>
                  </a:schemeClr>
                </a:solidFill>
                <a:latin typeface="Pretendard GOV" panose="02000503000000020004" pitchFamily="2" charset="-127"/>
                <a:ea typeface="Pretendard GOV" panose="02000503000000020004" pitchFamily="2" charset="-127"/>
              </a:defRPr>
            </a:lvl1pPr>
            <a:lvl2pPr marL="457200" indent="0">
              <a:buFont typeface="Arial" panose="020B0604020202020204" pitchFamily="34" charset="0"/>
              <a:buNone/>
              <a:defRPr sz="1000">
                <a:latin typeface="Pretendard GOV" panose="020B0503030302020204" pitchFamily="34" charset="-127"/>
                <a:ea typeface="Pretendard GOV" panose="020B0503030302020204" pitchFamily="34" charset="-127"/>
              </a:defRPr>
            </a:lvl2pPr>
            <a:lvl3pPr marL="914400" indent="0">
              <a:buNone/>
              <a:defRPr sz="1000">
                <a:latin typeface="Pretendard GOV" panose="020B0503030302020204" pitchFamily="34" charset="-127"/>
                <a:ea typeface="Pretendard GOV" panose="020B0503030302020204" pitchFamily="34" charset="-127"/>
              </a:defRPr>
            </a:lvl3pPr>
            <a:lvl4pPr marL="1371600" indent="0">
              <a:buNone/>
              <a:defRPr sz="1000">
                <a:latin typeface="Pretendard GOV" panose="020B0503030302020204" pitchFamily="34" charset="-127"/>
                <a:ea typeface="Pretendard GOV" panose="020B0503030302020204" pitchFamily="34" charset="-127"/>
              </a:defRPr>
            </a:lvl4pPr>
            <a:lvl5pPr marL="1828800" indent="0">
              <a:buNone/>
              <a:defRPr sz="1000">
                <a:latin typeface="Pretendard GOV" panose="020B0503030302020204" pitchFamily="34" charset="-127"/>
                <a:ea typeface="Pretendard GOV" panose="020B0503030302020204" pitchFamily="34" charset="-127"/>
              </a:defRPr>
            </a:lvl5pPr>
          </a:lstStyle>
          <a:p>
            <a:pPr lvl="0"/>
            <a:r>
              <a:rPr lang="en-US" altLang="ko-KR" dirty="0"/>
              <a:t>*FOOTNOTE REFERENCE (</a:t>
            </a:r>
            <a:r>
              <a:rPr lang="ko-KR" altLang="en-US" dirty="0"/>
              <a:t>참고자료가 있을 경우에만 기입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C967754F-AC8D-6D23-EB8D-3B42F2D2656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1645" y="1002282"/>
            <a:ext cx="11387130" cy="5038105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83B4041-CEB6-4E10-6A5A-5D1DE38A4F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>
            <a:noAutofit/>
          </a:bodyPr>
          <a:lstStyle/>
          <a:p>
            <a:fld id="{8807C97D-FDB1-4F38-8BE1-4DE8F36CC35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710814"/>
      </p:ext>
    </p:extLst>
  </p:cSld>
  <p:clrMapOvr>
    <a:masterClrMapping/>
  </p:clrMapOvr>
  <p:transition spd="slow">
    <p:strips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참고자료">
    <p:bg>
      <p:bgPr>
        <a:solidFill>
          <a:srgbClr val="036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F8BDAF8-C0BB-E8D7-110A-EE3C077CE285}"/>
              </a:ext>
            </a:extLst>
          </p:cNvPr>
          <p:cNvGrpSpPr/>
          <p:nvPr userDrawn="1"/>
        </p:nvGrpSpPr>
        <p:grpSpPr>
          <a:xfrm>
            <a:off x="0" y="-56"/>
            <a:ext cx="12192000" cy="6858055"/>
            <a:chOff x="0" y="-56"/>
            <a:chExt cx="12192000" cy="685805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B871BCC-0875-5F23-FA64-26EFD6AD5F24}"/>
                </a:ext>
              </a:extLst>
            </p:cNvPr>
            <p:cNvSpPr/>
            <p:nvPr userDrawn="1"/>
          </p:nvSpPr>
          <p:spPr>
            <a:xfrm>
              <a:off x="0" y="0"/>
              <a:ext cx="12192000" cy="6857999"/>
            </a:xfrm>
            <a:prstGeom prst="rect">
              <a:avLst/>
            </a:prstGeom>
            <a:gradFill>
              <a:gsLst>
                <a:gs pos="0">
                  <a:srgbClr val="036EB8">
                    <a:lumMod val="98000"/>
                  </a:srgbClr>
                </a:gs>
                <a:gs pos="100000">
                  <a:srgbClr val="036EB8">
                    <a:lumMod val="79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5474627-022F-4ED4-52DB-AB639A978345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7000" y="86360"/>
              <a:ext cx="5095720" cy="4973320"/>
              <a:chOff x="127000" y="86360"/>
              <a:chExt cx="5095720" cy="4973320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483644D0-CF7F-E275-E704-95DE1538F97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7000" y="86360"/>
                <a:ext cx="0" cy="4500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891655BC-7310-1CF1-2CEE-BCCAD9294C4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81786" y="86360"/>
                <a:ext cx="0" cy="46990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86E26FF5-1EEC-7F0D-F0F1-ABA72ACC31B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36572" y="86360"/>
                <a:ext cx="0" cy="40741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FCE04EC7-14A7-0BA1-60A4-5D77330083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91358" y="86360"/>
                <a:ext cx="0" cy="48209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A50BF52C-4912-74A8-8CA5-D8BA9AEAF60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6144" y="86360"/>
                <a:ext cx="0" cy="44196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90D9E4C2-922A-E3F9-09D4-B0CC88C7905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00930" y="86360"/>
                <a:ext cx="0" cy="4754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2E92D3D6-5D7E-0287-054F-0A3B7FD8B8C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655716" y="86360"/>
                <a:ext cx="0" cy="49733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6609C660-5040-276C-3FC3-875F800113A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910502" y="86360"/>
                <a:ext cx="0" cy="49377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CA4F056A-8177-DBC8-41D4-F6FBD8DE2AB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165288" y="86360"/>
                <a:ext cx="0" cy="47498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0CDB6B80-0D96-85E4-04D5-6AE3C38D33E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420074" y="86360"/>
                <a:ext cx="0" cy="48717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D62CC2B0-6879-14C9-A470-6B8C3809083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674860" y="86360"/>
                <a:ext cx="0" cy="4500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9D41AAE7-5933-8C30-FE05-3750868F994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9646" y="86360"/>
                <a:ext cx="0" cy="48209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4C44AE40-EECE-E885-3B27-A35DF8D427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84432" y="86360"/>
                <a:ext cx="0" cy="46024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162F34B8-2DAD-E92D-D69A-D733ED86CC1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439218" y="86360"/>
                <a:ext cx="0" cy="42214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590D2D55-C339-B845-9393-1746703249A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694004" y="86360"/>
                <a:ext cx="0" cy="40741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3B2D3C2D-B9DD-4406-9EF0-CE79E2DDED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948790" y="86360"/>
                <a:ext cx="0" cy="36271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2221B7DD-1D6F-A657-25EA-42F0A9C1B98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203576" y="86360"/>
                <a:ext cx="0" cy="32867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85C6C1FD-0443-0C06-10C1-4CD2D8FCDD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458362" y="86360"/>
                <a:ext cx="0" cy="28854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053CD0F1-DBA0-B3E6-4BF5-7749BE5483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13148" y="86360"/>
                <a:ext cx="0" cy="28854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73614B11-B058-3366-50DA-7E91F0395C5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967934" y="86360"/>
                <a:ext cx="0" cy="29210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F6D0BC37-658F-DE6A-593C-68F392C226C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222720" y="86360"/>
                <a:ext cx="0" cy="22758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CF86CED4-D7C7-F55D-6D71-546EDBCDEE85}"/>
                </a:ext>
              </a:extLst>
            </p:cNvPr>
            <p:cNvSpPr>
              <a:spLocks/>
            </p:cNvSpPr>
            <p:nvPr userDrawn="1"/>
          </p:nvSpPr>
          <p:spPr>
            <a:xfrm>
              <a:off x="6272602" y="-56"/>
              <a:ext cx="5919398" cy="1551918"/>
            </a:xfrm>
            <a:custGeom>
              <a:avLst/>
              <a:gdLst>
                <a:gd name="connsiteX0" fmla="*/ 0 w 5919398"/>
                <a:gd name="connsiteY0" fmla="*/ 0 h 1551918"/>
                <a:gd name="connsiteX1" fmla="*/ 5919398 w 5919398"/>
                <a:gd name="connsiteY1" fmla="*/ 0 h 1551918"/>
                <a:gd name="connsiteX2" fmla="*/ 5919398 w 5919398"/>
                <a:gd name="connsiteY2" fmla="*/ 1375574 h 1551918"/>
                <a:gd name="connsiteX3" fmla="*/ 5668840 w 5919398"/>
                <a:gd name="connsiteY3" fmla="*/ 1276782 h 1551918"/>
                <a:gd name="connsiteX4" fmla="*/ 3709599 w 5919398"/>
                <a:gd name="connsiteY4" fmla="*/ 931015 h 1551918"/>
                <a:gd name="connsiteX5" fmla="*/ 1239183 w 5919398"/>
                <a:gd name="connsiteY5" fmla="*/ 1492922 h 1551918"/>
                <a:gd name="connsiteX6" fmla="*/ 1123994 w 5919398"/>
                <a:gd name="connsiteY6" fmla="*/ 1551918 h 1551918"/>
                <a:gd name="connsiteX7" fmla="*/ 1013629 w 5919398"/>
                <a:gd name="connsiteY7" fmla="*/ 1450705 h 1551918"/>
                <a:gd name="connsiteX8" fmla="*/ 45149 w 5919398"/>
                <a:gd name="connsiteY8" fmla="*/ 99867 h 155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9398" h="1551918">
                  <a:moveTo>
                    <a:pt x="0" y="0"/>
                  </a:moveTo>
                  <a:lnTo>
                    <a:pt x="5919398" y="0"/>
                  </a:lnTo>
                  <a:lnTo>
                    <a:pt x="5919398" y="1375574"/>
                  </a:lnTo>
                  <a:lnTo>
                    <a:pt x="5668840" y="1276782"/>
                  </a:lnTo>
                  <a:cubicBezTo>
                    <a:pt x="5057917" y="1053093"/>
                    <a:pt x="4398015" y="931015"/>
                    <a:pt x="3709599" y="931015"/>
                  </a:cubicBezTo>
                  <a:cubicBezTo>
                    <a:pt x="2824493" y="931015"/>
                    <a:pt x="1986522" y="1132818"/>
                    <a:pt x="1239183" y="1492922"/>
                  </a:cubicBezTo>
                  <a:lnTo>
                    <a:pt x="1123994" y="1551918"/>
                  </a:lnTo>
                  <a:lnTo>
                    <a:pt x="1013629" y="1450705"/>
                  </a:lnTo>
                  <a:cubicBezTo>
                    <a:pt x="617802" y="1061894"/>
                    <a:pt x="288721" y="605360"/>
                    <a:pt x="45149" y="99867"/>
                  </a:cubicBezTo>
                  <a:close/>
                </a:path>
              </a:pathLst>
            </a:custGeom>
            <a:gradFill>
              <a:gsLst>
                <a:gs pos="0">
                  <a:srgbClr val="036EB8">
                    <a:lumMod val="92000"/>
                  </a:srgbClr>
                </a:gs>
                <a:gs pos="100000">
                  <a:srgbClr val="036EB8">
                    <a:lumMod val="89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2ACB4749-BEFD-B5C8-9F9F-C20AC0B63D21}"/>
                </a:ext>
              </a:extLst>
            </p:cNvPr>
            <p:cNvSpPr>
              <a:spLocks/>
            </p:cNvSpPr>
            <p:nvPr userDrawn="1"/>
          </p:nvSpPr>
          <p:spPr>
            <a:xfrm>
              <a:off x="4283975" y="931014"/>
              <a:ext cx="7908025" cy="5926985"/>
            </a:xfrm>
            <a:custGeom>
              <a:avLst/>
              <a:gdLst>
                <a:gd name="connsiteX0" fmla="*/ 5698225 w 7908025"/>
                <a:gd name="connsiteY0" fmla="*/ 0 h 5926985"/>
                <a:gd name="connsiteX1" fmla="*/ 7657466 w 7908025"/>
                <a:gd name="connsiteY1" fmla="*/ 345767 h 5926985"/>
                <a:gd name="connsiteX2" fmla="*/ 7908025 w 7908025"/>
                <a:gd name="connsiteY2" fmla="*/ 444559 h 5926985"/>
                <a:gd name="connsiteX3" fmla="*/ 7908025 w 7908025"/>
                <a:gd name="connsiteY3" fmla="*/ 5926985 h 5926985"/>
                <a:gd name="connsiteX4" fmla="*/ 5785 w 7908025"/>
                <a:gd name="connsiteY4" fmla="*/ 5926985 h 5926985"/>
                <a:gd name="connsiteX5" fmla="*/ 0 w 7908025"/>
                <a:gd name="connsiteY5" fmla="*/ 5698225 h 5926985"/>
                <a:gd name="connsiteX6" fmla="*/ 5698225 w 7908025"/>
                <a:gd name="connsiteY6" fmla="*/ 0 h 5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8025" h="5926985">
                  <a:moveTo>
                    <a:pt x="5698225" y="0"/>
                  </a:moveTo>
                  <a:cubicBezTo>
                    <a:pt x="6386641" y="0"/>
                    <a:pt x="7046543" y="122078"/>
                    <a:pt x="7657466" y="345767"/>
                  </a:cubicBezTo>
                  <a:lnTo>
                    <a:pt x="7908025" y="444559"/>
                  </a:lnTo>
                  <a:lnTo>
                    <a:pt x="7908025" y="5926985"/>
                  </a:lnTo>
                  <a:lnTo>
                    <a:pt x="5785" y="5926985"/>
                  </a:lnTo>
                  <a:lnTo>
                    <a:pt x="0" y="5698225"/>
                  </a:lnTo>
                  <a:cubicBezTo>
                    <a:pt x="0" y="2551182"/>
                    <a:pt x="2551183" y="0"/>
                    <a:pt x="5698225" y="0"/>
                  </a:cubicBezTo>
                  <a:close/>
                </a:path>
              </a:pathLst>
            </a:custGeom>
            <a:gradFill>
              <a:gsLst>
                <a:gs pos="0">
                  <a:srgbClr val="036EB8">
                    <a:lumMod val="95000"/>
                  </a:srgbClr>
                </a:gs>
                <a:gs pos="100000">
                  <a:srgbClr val="036EB8">
                    <a:lumMod val="68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DA395D-ECCC-5135-C217-F4C9CC76B040}"/>
              </a:ext>
            </a:extLst>
          </p:cNvPr>
          <p:cNvSpPr/>
          <p:nvPr userDrawn="1"/>
        </p:nvSpPr>
        <p:spPr>
          <a:xfrm>
            <a:off x="0" y="-56"/>
            <a:ext cx="12192000" cy="68580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A38DF0A9-C9B8-2632-9CD8-77230889E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485" y="537676"/>
            <a:ext cx="1349999" cy="216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3CF6B3-21B5-7BA5-1D64-1230637D76AB}"/>
              </a:ext>
            </a:extLst>
          </p:cNvPr>
          <p:cNvSpPr/>
          <p:nvPr userDrawn="1"/>
        </p:nvSpPr>
        <p:spPr>
          <a:xfrm>
            <a:off x="640357" y="814385"/>
            <a:ext cx="6744291" cy="4978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Clr>
                <a:srgbClr val="871542"/>
              </a:buClr>
              <a:buFont typeface="Wingdings" panose="05000000000000000000" pitchFamily="2" charset="2"/>
              <a:buNone/>
            </a:pPr>
            <a:r>
              <a:rPr lang="ko-KR" altLang="en-US" sz="2000" spc="-150" baseline="0" dirty="0">
                <a:solidFill>
                  <a:schemeClr val="bg1"/>
                </a:solidFill>
                <a:latin typeface="+mj-ea"/>
                <a:ea typeface="+mj-ea"/>
              </a:rPr>
              <a:t>참고자료</a:t>
            </a:r>
          </a:p>
        </p:txBody>
      </p:sp>
    </p:spTree>
    <p:extLst>
      <p:ext uri="{BB962C8B-B14F-4D97-AF65-F5344CB8AC3E}">
        <p14:creationId xmlns:p14="http://schemas.microsoft.com/office/powerpoint/2010/main" val="476183727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rgbClr val="036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5D132067-8114-0707-F34E-3D634FDE5F6E}"/>
              </a:ext>
            </a:extLst>
          </p:cNvPr>
          <p:cNvGrpSpPr/>
          <p:nvPr userDrawn="1"/>
        </p:nvGrpSpPr>
        <p:grpSpPr>
          <a:xfrm>
            <a:off x="0" y="-56"/>
            <a:ext cx="12192000" cy="6858055"/>
            <a:chOff x="0" y="-56"/>
            <a:chExt cx="12192000" cy="685805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1FA84FD-7613-00ED-8ADB-4C5BD3229F0C}"/>
                </a:ext>
              </a:extLst>
            </p:cNvPr>
            <p:cNvSpPr/>
            <p:nvPr userDrawn="1"/>
          </p:nvSpPr>
          <p:spPr>
            <a:xfrm>
              <a:off x="0" y="0"/>
              <a:ext cx="12192000" cy="6857999"/>
            </a:xfrm>
            <a:prstGeom prst="rect">
              <a:avLst/>
            </a:prstGeom>
            <a:gradFill>
              <a:gsLst>
                <a:gs pos="0">
                  <a:srgbClr val="036EB8">
                    <a:lumMod val="98000"/>
                  </a:srgbClr>
                </a:gs>
                <a:gs pos="100000">
                  <a:srgbClr val="036EB8">
                    <a:lumMod val="79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949E7C64-4A19-88E2-1175-4CC6795F5B92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7000" y="86360"/>
              <a:ext cx="5095720" cy="4973320"/>
              <a:chOff x="127000" y="86360"/>
              <a:chExt cx="5095720" cy="4973320"/>
            </a:xfrm>
          </p:grpSpPr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2050B590-468F-EED8-D1DD-DB701648861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7000" y="86360"/>
                <a:ext cx="0" cy="4500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923F5766-4E7A-DB41-1E6A-F480CE8E794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81786" y="86360"/>
                <a:ext cx="0" cy="46990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0F0155D0-41D8-2957-AAED-D2C2B25485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36572" y="86360"/>
                <a:ext cx="0" cy="40741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1DED55AF-535A-6201-7AA0-791CBD51111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91358" y="86360"/>
                <a:ext cx="0" cy="48209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9BC94183-C4B9-416A-0988-7F761D981F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6144" y="86360"/>
                <a:ext cx="0" cy="44196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D0E394A9-A587-B05B-3154-5FE78AFC8E7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00930" y="86360"/>
                <a:ext cx="0" cy="4754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3C38ABA-4E99-E0C3-3818-67156FCF74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655716" y="86360"/>
                <a:ext cx="0" cy="49733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0AB852CC-540C-FBE0-34DC-553B52EBC26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910502" y="86360"/>
                <a:ext cx="0" cy="49377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05A75ED9-13DC-7F3C-5BE3-7E8B7C1BB84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165288" y="86360"/>
                <a:ext cx="0" cy="47498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1A45607D-D70E-C28B-C270-853C8287708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420074" y="86360"/>
                <a:ext cx="0" cy="48717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B1FCA8E7-7B3C-43C4-B25E-87BB3FD16A2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674860" y="86360"/>
                <a:ext cx="0" cy="4500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4A30B20E-AC8D-4C48-1CC2-019B9A87831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9646" y="86360"/>
                <a:ext cx="0" cy="48209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AC9B99C8-A570-68F8-CBAE-B1ACDFF9AE4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84432" y="86360"/>
                <a:ext cx="0" cy="46024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E8F3FFCA-FC8E-9C47-CB5F-ABAE98BC25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439218" y="86360"/>
                <a:ext cx="0" cy="42214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C75FAED0-ECC2-0985-77EB-99470634074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694004" y="86360"/>
                <a:ext cx="0" cy="40741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>
                <a:extLst>
                  <a:ext uri="{FF2B5EF4-FFF2-40B4-BE49-F238E27FC236}">
                    <a16:creationId xmlns:a16="http://schemas.microsoft.com/office/drawing/2014/main" id="{ED4C7D1A-BED3-D99E-2071-7F17ED2CB82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948790" y="86360"/>
                <a:ext cx="0" cy="36271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CB356E2F-E602-BB0C-96FE-D93DC713532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203576" y="86360"/>
                <a:ext cx="0" cy="32867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48D456DE-92F7-35E8-E4D8-98CAA719A41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458362" y="86360"/>
                <a:ext cx="0" cy="28854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DB36329C-2F47-1728-5C44-BFB542DAF2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13148" y="86360"/>
                <a:ext cx="0" cy="28854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6EAB7591-DF2A-C94E-E598-08B2CAC467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967934" y="86360"/>
                <a:ext cx="0" cy="29210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3586B2B9-176E-5831-DC27-41F73B0C07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222720" y="86360"/>
                <a:ext cx="0" cy="22758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81C7ECCE-8775-0192-6986-7884FAD02BD1}"/>
                </a:ext>
              </a:extLst>
            </p:cNvPr>
            <p:cNvSpPr>
              <a:spLocks/>
            </p:cNvSpPr>
            <p:nvPr userDrawn="1"/>
          </p:nvSpPr>
          <p:spPr>
            <a:xfrm>
              <a:off x="6272602" y="-56"/>
              <a:ext cx="5919398" cy="1551918"/>
            </a:xfrm>
            <a:custGeom>
              <a:avLst/>
              <a:gdLst>
                <a:gd name="connsiteX0" fmla="*/ 0 w 5919398"/>
                <a:gd name="connsiteY0" fmla="*/ 0 h 1551918"/>
                <a:gd name="connsiteX1" fmla="*/ 5919398 w 5919398"/>
                <a:gd name="connsiteY1" fmla="*/ 0 h 1551918"/>
                <a:gd name="connsiteX2" fmla="*/ 5919398 w 5919398"/>
                <a:gd name="connsiteY2" fmla="*/ 1375574 h 1551918"/>
                <a:gd name="connsiteX3" fmla="*/ 5668840 w 5919398"/>
                <a:gd name="connsiteY3" fmla="*/ 1276782 h 1551918"/>
                <a:gd name="connsiteX4" fmla="*/ 3709599 w 5919398"/>
                <a:gd name="connsiteY4" fmla="*/ 931015 h 1551918"/>
                <a:gd name="connsiteX5" fmla="*/ 1239183 w 5919398"/>
                <a:gd name="connsiteY5" fmla="*/ 1492922 h 1551918"/>
                <a:gd name="connsiteX6" fmla="*/ 1123994 w 5919398"/>
                <a:gd name="connsiteY6" fmla="*/ 1551918 h 1551918"/>
                <a:gd name="connsiteX7" fmla="*/ 1013629 w 5919398"/>
                <a:gd name="connsiteY7" fmla="*/ 1450705 h 1551918"/>
                <a:gd name="connsiteX8" fmla="*/ 45149 w 5919398"/>
                <a:gd name="connsiteY8" fmla="*/ 99867 h 155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9398" h="1551918">
                  <a:moveTo>
                    <a:pt x="0" y="0"/>
                  </a:moveTo>
                  <a:lnTo>
                    <a:pt x="5919398" y="0"/>
                  </a:lnTo>
                  <a:lnTo>
                    <a:pt x="5919398" y="1375574"/>
                  </a:lnTo>
                  <a:lnTo>
                    <a:pt x="5668840" y="1276782"/>
                  </a:lnTo>
                  <a:cubicBezTo>
                    <a:pt x="5057917" y="1053093"/>
                    <a:pt x="4398015" y="931015"/>
                    <a:pt x="3709599" y="931015"/>
                  </a:cubicBezTo>
                  <a:cubicBezTo>
                    <a:pt x="2824493" y="931015"/>
                    <a:pt x="1986522" y="1132818"/>
                    <a:pt x="1239183" y="1492922"/>
                  </a:cubicBezTo>
                  <a:lnTo>
                    <a:pt x="1123994" y="1551918"/>
                  </a:lnTo>
                  <a:lnTo>
                    <a:pt x="1013629" y="1450705"/>
                  </a:lnTo>
                  <a:cubicBezTo>
                    <a:pt x="617802" y="1061894"/>
                    <a:pt x="288721" y="605360"/>
                    <a:pt x="45149" y="99867"/>
                  </a:cubicBezTo>
                  <a:close/>
                </a:path>
              </a:pathLst>
            </a:custGeom>
            <a:gradFill>
              <a:gsLst>
                <a:gs pos="0">
                  <a:srgbClr val="036EB8">
                    <a:lumMod val="92000"/>
                  </a:srgbClr>
                </a:gs>
                <a:gs pos="100000">
                  <a:srgbClr val="036EB8">
                    <a:lumMod val="89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dirty="0">
                  <a:latin typeface="Pretendard GOV Medium" panose="02000603000000020004" pitchFamily="2" charset="-127"/>
                  <a:ea typeface="Pretendard GOV Medium" panose="02000603000000020004" pitchFamily="2" charset="-127"/>
                  <a:cs typeface="Pretendard GOV Medium" panose="02000603000000020004" pitchFamily="2" charset="-127"/>
                </a:rPr>
                <a:t> </a:t>
              </a:r>
              <a:endParaRPr lang="ko-KR" altLang="en-US" dirty="0"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endParaRPr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3E91DD89-54EB-D3BF-57FE-664EA4BFBF2E}"/>
                </a:ext>
              </a:extLst>
            </p:cNvPr>
            <p:cNvSpPr>
              <a:spLocks/>
            </p:cNvSpPr>
            <p:nvPr userDrawn="1"/>
          </p:nvSpPr>
          <p:spPr>
            <a:xfrm>
              <a:off x="4283975" y="931014"/>
              <a:ext cx="7908025" cy="5926985"/>
            </a:xfrm>
            <a:custGeom>
              <a:avLst/>
              <a:gdLst>
                <a:gd name="connsiteX0" fmla="*/ 5698225 w 7908025"/>
                <a:gd name="connsiteY0" fmla="*/ 0 h 5926985"/>
                <a:gd name="connsiteX1" fmla="*/ 7657466 w 7908025"/>
                <a:gd name="connsiteY1" fmla="*/ 345767 h 5926985"/>
                <a:gd name="connsiteX2" fmla="*/ 7908025 w 7908025"/>
                <a:gd name="connsiteY2" fmla="*/ 444559 h 5926985"/>
                <a:gd name="connsiteX3" fmla="*/ 7908025 w 7908025"/>
                <a:gd name="connsiteY3" fmla="*/ 5926985 h 5926985"/>
                <a:gd name="connsiteX4" fmla="*/ 5785 w 7908025"/>
                <a:gd name="connsiteY4" fmla="*/ 5926985 h 5926985"/>
                <a:gd name="connsiteX5" fmla="*/ 0 w 7908025"/>
                <a:gd name="connsiteY5" fmla="*/ 5698225 h 5926985"/>
                <a:gd name="connsiteX6" fmla="*/ 5698225 w 7908025"/>
                <a:gd name="connsiteY6" fmla="*/ 0 h 5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8025" h="5926985">
                  <a:moveTo>
                    <a:pt x="5698225" y="0"/>
                  </a:moveTo>
                  <a:cubicBezTo>
                    <a:pt x="6386641" y="0"/>
                    <a:pt x="7046543" y="122078"/>
                    <a:pt x="7657466" y="345767"/>
                  </a:cubicBezTo>
                  <a:lnTo>
                    <a:pt x="7908025" y="444559"/>
                  </a:lnTo>
                  <a:lnTo>
                    <a:pt x="7908025" y="5926985"/>
                  </a:lnTo>
                  <a:lnTo>
                    <a:pt x="5785" y="5926985"/>
                  </a:lnTo>
                  <a:lnTo>
                    <a:pt x="0" y="5698225"/>
                  </a:lnTo>
                  <a:cubicBezTo>
                    <a:pt x="0" y="2551182"/>
                    <a:pt x="2551183" y="0"/>
                    <a:pt x="5698225" y="0"/>
                  </a:cubicBezTo>
                  <a:close/>
                </a:path>
              </a:pathLst>
            </a:custGeom>
            <a:gradFill>
              <a:gsLst>
                <a:gs pos="0">
                  <a:srgbClr val="036EB8">
                    <a:lumMod val="95000"/>
                  </a:srgbClr>
                </a:gs>
                <a:gs pos="100000">
                  <a:srgbClr val="036EB8">
                    <a:lumMod val="68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endParaRPr>
            </a:p>
          </p:txBody>
        </p:sp>
      </p:grpSp>
      <p:pic>
        <p:nvPicPr>
          <p:cNvPr id="110" name="그림 109">
            <a:extLst>
              <a:ext uri="{FF2B5EF4-FFF2-40B4-BE49-F238E27FC236}">
                <a16:creationId xmlns:a16="http://schemas.microsoft.com/office/drawing/2014/main" id="{A38DF0A9-C9B8-2632-9CD8-77230889E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950" y="567403"/>
            <a:ext cx="2025000" cy="324000"/>
          </a:xfrm>
          <a:prstGeom prst="rect">
            <a:avLst/>
          </a:prstGeom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22E06670-2405-2BE3-178C-F10BC148B1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2951" y="3783667"/>
            <a:ext cx="10877464" cy="5567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문서 제목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CE9CE-E868-9AD8-398A-9723F9AADE2F}"/>
              </a:ext>
            </a:extLst>
          </p:cNvPr>
          <p:cNvSpPr txBox="1"/>
          <p:nvPr userDrawn="1"/>
        </p:nvSpPr>
        <p:spPr>
          <a:xfrm>
            <a:off x="778269" y="5682499"/>
            <a:ext cx="5293525" cy="55990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chemeClr val="bg1"/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㈜솔루션링크</a:t>
            </a:r>
            <a:r>
              <a:rPr lang="ko-KR" altLang="en-US" sz="105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  </a:t>
            </a:r>
            <a:r>
              <a:rPr lang="ko-KR" altLang="en-US" sz="1050" u="none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  </a:t>
            </a:r>
            <a:r>
              <a:rPr lang="en-US" altLang="ko-KR" sz="1050" u="none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www.sol-link.com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solidFill>
                  <a:schemeClr val="bg1">
                    <a:alpha val="85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서울 </a:t>
            </a:r>
            <a:r>
              <a:rPr lang="en-US" altLang="ko-KR" sz="900" dirty="0">
                <a:solidFill>
                  <a:schemeClr val="bg1">
                    <a:alpha val="85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 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서울특별시 서초구 </a:t>
            </a:r>
            <a:r>
              <a:rPr lang="ko-KR" altLang="en-US" sz="900" dirty="0" err="1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바우뫼로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 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128,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 </a:t>
            </a:r>
            <a:r>
              <a:rPr lang="ko-KR" altLang="en-US" sz="900" dirty="0" err="1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비스텔타워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 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4~5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층 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| 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전화 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: 02-576-2202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solidFill>
                  <a:schemeClr val="bg1">
                    <a:alpha val="85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대전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 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 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대전광역시 유성구 유성대로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1689</a:t>
            </a:r>
            <a:r>
              <a:rPr lang="ko-KR" altLang="en-US" sz="900" dirty="0" err="1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번길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 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70, KT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대덕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2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연구센터 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2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동 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2101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호 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| </a:t>
            </a:r>
            <a:r>
              <a:rPr lang="ko-KR" altLang="en-US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전화 </a:t>
            </a:r>
            <a:r>
              <a:rPr lang="en-US" altLang="ko-KR" sz="900" dirty="0">
                <a:solidFill>
                  <a:schemeClr val="bg1">
                    <a:alpha val="70000"/>
                  </a:schemeClr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: 042-861-4202</a:t>
            </a:r>
            <a:endParaRPr lang="ko-KR" altLang="en-US" sz="900" dirty="0">
              <a:solidFill>
                <a:schemeClr val="bg1">
                  <a:alpha val="70000"/>
                </a:schemeClr>
              </a:solidFill>
              <a:latin typeface="Pretendard GOV Medium" panose="02000603000000020004" pitchFamily="2" charset="-127"/>
              <a:ea typeface="Pretendard GOV Medium" panose="02000603000000020004" pitchFamily="2" charset="-127"/>
              <a:cs typeface="Pretendard GOV Medium" panose="02000603000000020004" pitchFamily="2" charset="-127"/>
            </a:endParaRPr>
          </a:p>
        </p:txBody>
      </p:sp>
      <p:sp>
        <p:nvSpPr>
          <p:cNvPr id="12" name="텍스트 개체 틀 7">
            <a:extLst>
              <a:ext uri="{FF2B5EF4-FFF2-40B4-BE49-F238E27FC236}">
                <a16:creationId xmlns:a16="http://schemas.microsoft.com/office/drawing/2014/main" id="{B9ECE170-F75A-E192-8999-D28FA7F4B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2951" y="4762573"/>
            <a:ext cx="4316728" cy="30777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>
              <a:buNone/>
              <a:defRPr lang="ko-KR" altLang="en-US" sz="1400" spc="-50" baseline="0" dirty="0">
                <a:solidFill>
                  <a:schemeClr val="bg1"/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defRPr>
            </a:lvl1pPr>
          </a:lstStyle>
          <a:p>
            <a:pPr marL="269875" lvl="0" indent="-269875"/>
            <a:r>
              <a:rPr lang="en-US" altLang="ko-KR" dirty="0"/>
              <a:t>0000.</a:t>
            </a:r>
            <a:r>
              <a:rPr lang="ko-KR" altLang="en-US" dirty="0"/>
              <a:t> </a:t>
            </a:r>
            <a:r>
              <a:rPr lang="en-US" altLang="ko-KR" dirty="0"/>
              <a:t>00.</a:t>
            </a:r>
            <a:r>
              <a:rPr lang="ko-KR" altLang="en-US" dirty="0"/>
              <a:t> </a:t>
            </a:r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4" name="텍스트 개체 틀 7">
            <a:extLst>
              <a:ext uri="{FF2B5EF4-FFF2-40B4-BE49-F238E27FC236}">
                <a16:creationId xmlns:a16="http://schemas.microsoft.com/office/drawing/2014/main" id="{80CC76A0-7BE9-C5B4-9BDC-EDB3BC3E9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2952" y="5073363"/>
            <a:ext cx="4316726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600" spc="-100" baseline="0">
                <a:solidFill>
                  <a:schemeClr val="bg1"/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발표자 성명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195787A6-6B0D-8A6D-3DAB-FC2C129B3015}"/>
              </a:ext>
            </a:extLst>
          </p:cNvPr>
          <p:cNvCxnSpPr>
            <a:cxnSpLocks/>
          </p:cNvCxnSpPr>
          <p:nvPr userDrawn="1"/>
        </p:nvCxnSpPr>
        <p:spPr>
          <a:xfrm>
            <a:off x="746206" y="5663776"/>
            <a:ext cx="0" cy="523462"/>
          </a:xfrm>
          <a:prstGeom prst="line">
            <a:avLst/>
          </a:prstGeom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EF5CBD-677A-312C-9437-0C59C71BBA22}"/>
              </a:ext>
            </a:extLst>
          </p:cNvPr>
          <p:cNvSpPr/>
          <p:nvPr userDrawn="1"/>
        </p:nvSpPr>
        <p:spPr>
          <a:xfrm>
            <a:off x="763573" y="2941405"/>
            <a:ext cx="3520401" cy="7616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Clr>
                <a:srgbClr val="871542"/>
              </a:buClr>
              <a:buFont typeface="Wingdings" panose="05000000000000000000" pitchFamily="2" charset="2"/>
              <a:buNone/>
            </a:pPr>
            <a:r>
              <a:rPr lang="en-US" altLang="ko-KR" sz="3600" spc="-120" baseline="0" dirty="0">
                <a:solidFill>
                  <a:schemeClr val="bg1"/>
                </a:solidFill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THANK YOU.</a:t>
            </a:r>
            <a:endParaRPr lang="ko-KR" altLang="en-US" sz="3600" spc="-120" baseline="0" dirty="0">
              <a:solidFill>
                <a:schemeClr val="bg1"/>
              </a:solidFill>
              <a:latin typeface="Pretendard GOV Medium" panose="02000603000000020004" pitchFamily="2" charset="-127"/>
              <a:ea typeface="Pretendard GOV Medium" panose="02000603000000020004" pitchFamily="2" charset="-127"/>
              <a:cs typeface="Pretendard GOV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9775103"/>
      </p:ext>
    </p:extLst>
  </p:cSld>
  <p:clrMapOvr>
    <a:masterClrMapping/>
  </p:clrMapOvr>
  <p:transition spd="slow">
    <p:strips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">
    <p:bg>
      <p:bgPr>
        <a:solidFill>
          <a:srgbClr val="871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C719C82-51B7-0D15-4F88-7CEE88C18F9F}"/>
              </a:ext>
            </a:extLst>
          </p:cNvPr>
          <p:cNvGrpSpPr/>
          <p:nvPr userDrawn="1"/>
        </p:nvGrpSpPr>
        <p:grpSpPr>
          <a:xfrm>
            <a:off x="0" y="-56"/>
            <a:ext cx="12192000" cy="6858055"/>
            <a:chOff x="0" y="-56"/>
            <a:chExt cx="12192000" cy="685805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47B565C-AA54-C4DA-02DD-B1B92D16E2F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7999"/>
            </a:xfrm>
            <a:prstGeom prst="rect">
              <a:avLst/>
            </a:prstGeom>
            <a:gradFill>
              <a:gsLst>
                <a:gs pos="0">
                  <a:srgbClr val="036EB8">
                    <a:lumMod val="98000"/>
                  </a:srgbClr>
                </a:gs>
                <a:gs pos="100000">
                  <a:srgbClr val="036EB8">
                    <a:lumMod val="79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3BCF8FB-5719-0719-EB79-A049AE6F6E95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7000" y="86360"/>
              <a:ext cx="5095720" cy="4973320"/>
              <a:chOff x="127000" y="86360"/>
              <a:chExt cx="5095720" cy="4973320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E5D48EA7-2019-3AE6-9900-998F3F8D998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7000" y="86360"/>
                <a:ext cx="0" cy="4500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8EE03C9F-B8B5-0BAE-C161-C808F64C0CF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81786" y="86360"/>
                <a:ext cx="0" cy="46990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57FB11C8-F100-18CF-A8E4-8DCDEFD26A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36572" y="86360"/>
                <a:ext cx="0" cy="40741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670B1E33-9834-B347-E891-57FDEE486DA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91358" y="86360"/>
                <a:ext cx="0" cy="48209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E4D5408E-3018-873C-85BA-78AEE7B633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46144" y="86360"/>
                <a:ext cx="0" cy="44196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96A0A849-9F43-1DFB-6DDB-3CDC47BEB49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00930" y="86360"/>
                <a:ext cx="0" cy="4754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ABD78C4D-98F1-7612-40E2-51D9D1A1022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655716" y="86360"/>
                <a:ext cx="0" cy="49733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BC483DC7-85E0-0B70-2B16-5442CF77FFE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910502" y="86360"/>
                <a:ext cx="0" cy="49377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94CC6AEC-74AF-A400-BA20-1FA2F0B369A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165288" y="86360"/>
                <a:ext cx="0" cy="47498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297E9346-75D2-726C-9507-49691CA07C6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420074" y="86360"/>
                <a:ext cx="0" cy="48717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6E4B3C2E-94FF-9620-86F3-F1655AF8300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674860" y="86360"/>
                <a:ext cx="0" cy="45008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1982BD4D-D4E7-49CB-4D1A-BFEE79D9CA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9646" y="86360"/>
                <a:ext cx="0" cy="48209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94DE51B8-2955-996E-18AD-1331242189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184432" y="86360"/>
                <a:ext cx="0" cy="46024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9283F234-E0E5-E85A-783B-8C2A8E30257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439218" y="86360"/>
                <a:ext cx="0" cy="422148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0305981B-C76D-0892-3210-873FFB80989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694004" y="86360"/>
                <a:ext cx="0" cy="40741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420C37D5-4909-E89C-7742-8701856D474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948790" y="86360"/>
                <a:ext cx="0" cy="362712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836B36A6-2BC9-49A4-E7F8-054F535B6BF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203576" y="86360"/>
                <a:ext cx="0" cy="328676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1DA9019F-95E6-38D8-58BB-0AB3176A418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458362" y="86360"/>
                <a:ext cx="0" cy="28854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0EEF9A2E-BB59-241D-4B19-96F42B1719C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13148" y="86360"/>
                <a:ext cx="0" cy="28854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4CFF44F3-CE80-EE09-9023-87DE1DB0998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967934" y="86360"/>
                <a:ext cx="0" cy="292100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22E36574-20C8-282E-B879-60C21B5474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222720" y="86360"/>
                <a:ext cx="0" cy="2275840"/>
              </a:xfrm>
              <a:prstGeom prst="line">
                <a:avLst/>
              </a:prstGeom>
              <a:ln w="76200" cap="rnd">
                <a:gradFill>
                  <a:gsLst>
                    <a:gs pos="0">
                      <a:srgbClr val="036EB8">
                        <a:lumMod val="93000"/>
                        <a:lumOff val="7000"/>
                      </a:srgbClr>
                    </a:gs>
                    <a:gs pos="80000">
                      <a:srgbClr val="024878">
                        <a:lumMod val="95000"/>
                        <a:lumOff val="5000"/>
                        <a:alpha val="31000"/>
                      </a:srgbClr>
                    </a:gs>
                  </a:gsLst>
                  <a:lin ang="5400000" scaled="1"/>
                </a:gra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6777FF5A-F9E1-E838-4CA4-703C6C1A6BD6}"/>
                </a:ext>
              </a:extLst>
            </p:cNvPr>
            <p:cNvSpPr>
              <a:spLocks/>
            </p:cNvSpPr>
            <p:nvPr userDrawn="1"/>
          </p:nvSpPr>
          <p:spPr>
            <a:xfrm>
              <a:off x="6272602" y="-56"/>
              <a:ext cx="5919398" cy="1551918"/>
            </a:xfrm>
            <a:custGeom>
              <a:avLst/>
              <a:gdLst>
                <a:gd name="connsiteX0" fmla="*/ 0 w 5919398"/>
                <a:gd name="connsiteY0" fmla="*/ 0 h 1551918"/>
                <a:gd name="connsiteX1" fmla="*/ 5919398 w 5919398"/>
                <a:gd name="connsiteY1" fmla="*/ 0 h 1551918"/>
                <a:gd name="connsiteX2" fmla="*/ 5919398 w 5919398"/>
                <a:gd name="connsiteY2" fmla="*/ 1375574 h 1551918"/>
                <a:gd name="connsiteX3" fmla="*/ 5668840 w 5919398"/>
                <a:gd name="connsiteY3" fmla="*/ 1276782 h 1551918"/>
                <a:gd name="connsiteX4" fmla="*/ 3709599 w 5919398"/>
                <a:gd name="connsiteY4" fmla="*/ 931015 h 1551918"/>
                <a:gd name="connsiteX5" fmla="*/ 1239183 w 5919398"/>
                <a:gd name="connsiteY5" fmla="*/ 1492922 h 1551918"/>
                <a:gd name="connsiteX6" fmla="*/ 1123994 w 5919398"/>
                <a:gd name="connsiteY6" fmla="*/ 1551918 h 1551918"/>
                <a:gd name="connsiteX7" fmla="*/ 1013629 w 5919398"/>
                <a:gd name="connsiteY7" fmla="*/ 1450705 h 1551918"/>
                <a:gd name="connsiteX8" fmla="*/ 45149 w 5919398"/>
                <a:gd name="connsiteY8" fmla="*/ 99867 h 155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9398" h="1551918">
                  <a:moveTo>
                    <a:pt x="0" y="0"/>
                  </a:moveTo>
                  <a:lnTo>
                    <a:pt x="5919398" y="0"/>
                  </a:lnTo>
                  <a:lnTo>
                    <a:pt x="5919398" y="1375574"/>
                  </a:lnTo>
                  <a:lnTo>
                    <a:pt x="5668840" y="1276782"/>
                  </a:lnTo>
                  <a:cubicBezTo>
                    <a:pt x="5057917" y="1053093"/>
                    <a:pt x="4398015" y="931015"/>
                    <a:pt x="3709599" y="931015"/>
                  </a:cubicBezTo>
                  <a:cubicBezTo>
                    <a:pt x="2824493" y="931015"/>
                    <a:pt x="1986522" y="1132818"/>
                    <a:pt x="1239183" y="1492922"/>
                  </a:cubicBezTo>
                  <a:lnTo>
                    <a:pt x="1123994" y="1551918"/>
                  </a:lnTo>
                  <a:lnTo>
                    <a:pt x="1013629" y="1450705"/>
                  </a:lnTo>
                  <a:cubicBezTo>
                    <a:pt x="617802" y="1061894"/>
                    <a:pt x="288721" y="605360"/>
                    <a:pt x="45149" y="99867"/>
                  </a:cubicBezTo>
                  <a:close/>
                </a:path>
              </a:pathLst>
            </a:custGeom>
            <a:gradFill>
              <a:gsLst>
                <a:gs pos="0">
                  <a:srgbClr val="036EB8">
                    <a:lumMod val="92000"/>
                  </a:srgbClr>
                </a:gs>
                <a:gs pos="100000">
                  <a:srgbClr val="036EB8">
                    <a:lumMod val="89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E70E1135-B475-251F-B892-2809FC0B95D3}"/>
                </a:ext>
              </a:extLst>
            </p:cNvPr>
            <p:cNvSpPr>
              <a:spLocks/>
            </p:cNvSpPr>
            <p:nvPr userDrawn="1"/>
          </p:nvSpPr>
          <p:spPr>
            <a:xfrm>
              <a:off x="4283975" y="931014"/>
              <a:ext cx="7908025" cy="5926985"/>
            </a:xfrm>
            <a:custGeom>
              <a:avLst/>
              <a:gdLst>
                <a:gd name="connsiteX0" fmla="*/ 5698225 w 7908025"/>
                <a:gd name="connsiteY0" fmla="*/ 0 h 5926985"/>
                <a:gd name="connsiteX1" fmla="*/ 7657466 w 7908025"/>
                <a:gd name="connsiteY1" fmla="*/ 345767 h 5926985"/>
                <a:gd name="connsiteX2" fmla="*/ 7908025 w 7908025"/>
                <a:gd name="connsiteY2" fmla="*/ 444559 h 5926985"/>
                <a:gd name="connsiteX3" fmla="*/ 7908025 w 7908025"/>
                <a:gd name="connsiteY3" fmla="*/ 5926985 h 5926985"/>
                <a:gd name="connsiteX4" fmla="*/ 5785 w 7908025"/>
                <a:gd name="connsiteY4" fmla="*/ 5926985 h 5926985"/>
                <a:gd name="connsiteX5" fmla="*/ 0 w 7908025"/>
                <a:gd name="connsiteY5" fmla="*/ 5698225 h 5926985"/>
                <a:gd name="connsiteX6" fmla="*/ 5698225 w 7908025"/>
                <a:gd name="connsiteY6" fmla="*/ 0 h 5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8025" h="5926985">
                  <a:moveTo>
                    <a:pt x="5698225" y="0"/>
                  </a:moveTo>
                  <a:cubicBezTo>
                    <a:pt x="6386641" y="0"/>
                    <a:pt x="7046543" y="122078"/>
                    <a:pt x="7657466" y="345767"/>
                  </a:cubicBezTo>
                  <a:lnTo>
                    <a:pt x="7908025" y="444559"/>
                  </a:lnTo>
                  <a:lnTo>
                    <a:pt x="7908025" y="5926985"/>
                  </a:lnTo>
                  <a:lnTo>
                    <a:pt x="5785" y="5926985"/>
                  </a:lnTo>
                  <a:lnTo>
                    <a:pt x="0" y="5698225"/>
                  </a:lnTo>
                  <a:cubicBezTo>
                    <a:pt x="0" y="2551182"/>
                    <a:pt x="2551183" y="0"/>
                    <a:pt x="5698225" y="0"/>
                  </a:cubicBezTo>
                  <a:close/>
                </a:path>
              </a:pathLst>
            </a:custGeom>
            <a:gradFill>
              <a:gsLst>
                <a:gs pos="0">
                  <a:srgbClr val="036EB8">
                    <a:lumMod val="95000"/>
                  </a:srgbClr>
                </a:gs>
                <a:gs pos="100000">
                  <a:srgbClr val="036EB8">
                    <a:lumMod val="68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64F519-92EF-B4F9-AC19-7AE69300A281}"/>
              </a:ext>
            </a:extLst>
          </p:cNvPr>
          <p:cNvSpPr/>
          <p:nvPr userDrawn="1"/>
        </p:nvSpPr>
        <p:spPr>
          <a:xfrm>
            <a:off x="-4653" y="0"/>
            <a:ext cx="12192000" cy="6858056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77CF81-EB87-03B4-46D7-C623EF325842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742951" y="5656945"/>
            <a:ext cx="10877464" cy="4368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문서 제목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3158EC-0A35-BAA2-9263-E9E563F21836}"/>
              </a:ext>
            </a:extLst>
          </p:cNvPr>
          <p:cNvSpPr/>
          <p:nvPr userDrawn="1"/>
        </p:nvSpPr>
        <p:spPr>
          <a:xfrm>
            <a:off x="763573" y="4757785"/>
            <a:ext cx="5278061" cy="761603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Clr>
                <a:srgbClr val="871542"/>
              </a:buClr>
              <a:buFont typeface="Wingdings" panose="05000000000000000000" pitchFamily="2" charset="2"/>
              <a:buNone/>
            </a:pPr>
            <a:r>
              <a:rPr lang="en-US" altLang="ko-KR" sz="3600" spc="-120" baseline="0" dirty="0">
                <a:solidFill>
                  <a:schemeClr val="bg1"/>
                </a:solidFill>
                <a:latin typeface="Pretendard GOV SemiBold" panose="02000703000000020004" pitchFamily="2" charset="-127"/>
                <a:ea typeface="Pretendard GOV SemiBold" panose="02000703000000020004" pitchFamily="2" charset="-127"/>
              </a:rPr>
              <a:t>END</a:t>
            </a:r>
            <a:r>
              <a:rPr lang="ko-KR" altLang="en-US" sz="3600" spc="-120" baseline="0" dirty="0">
                <a:solidFill>
                  <a:schemeClr val="bg1"/>
                </a:solidFill>
                <a:latin typeface="Pretendard GOV SemiBold" panose="02000703000000020004" pitchFamily="2" charset="-127"/>
                <a:ea typeface="Pretendard GOV SemiBold" panose="02000703000000020004" pitchFamily="2" charset="-127"/>
              </a:rPr>
              <a:t> </a:t>
            </a:r>
            <a:r>
              <a:rPr lang="en-US" altLang="ko-KR" sz="3600" spc="-120" baseline="0" dirty="0">
                <a:solidFill>
                  <a:schemeClr val="bg1"/>
                </a:solidFill>
                <a:latin typeface="Pretendard GOV SemiBold" panose="02000703000000020004" pitchFamily="2" charset="-127"/>
                <a:ea typeface="Pretendard GOV SemiBold" panose="02000703000000020004" pitchFamily="2" charset="-127"/>
              </a:rPr>
              <a:t>OF</a:t>
            </a:r>
            <a:r>
              <a:rPr lang="ko-KR" altLang="en-US" sz="3600" spc="-120" baseline="0" dirty="0">
                <a:solidFill>
                  <a:schemeClr val="bg1"/>
                </a:solidFill>
                <a:latin typeface="Pretendard GOV SemiBold" panose="02000703000000020004" pitchFamily="2" charset="-127"/>
                <a:ea typeface="Pretendard GOV SemiBold" panose="02000703000000020004" pitchFamily="2" charset="-127"/>
              </a:rPr>
              <a:t> </a:t>
            </a:r>
            <a:r>
              <a:rPr lang="en-US" altLang="ko-KR" sz="3600" spc="-120" baseline="0" dirty="0">
                <a:solidFill>
                  <a:schemeClr val="bg1"/>
                </a:solidFill>
                <a:latin typeface="Pretendard GOV SemiBold" panose="02000703000000020004" pitchFamily="2" charset="-127"/>
                <a:ea typeface="Pretendard GOV SemiBold" panose="02000703000000020004" pitchFamily="2" charset="-127"/>
              </a:rPr>
              <a:t>DOCUMENT</a:t>
            </a:r>
            <a:endParaRPr lang="ko-KR" altLang="en-US" sz="3600" spc="-120" baseline="0" dirty="0">
              <a:solidFill>
                <a:schemeClr val="bg1"/>
              </a:solidFill>
              <a:latin typeface="Pretendard GOV SemiBold" panose="02000703000000020004" pitchFamily="2" charset="-127"/>
              <a:ea typeface="Pretendard GOV SemiBold" panose="02000703000000020004" pitchFamily="2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A1AC09C7-639B-C07E-EFE7-910B8CC565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950" y="567403"/>
            <a:ext cx="2025000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03468"/>
      </p:ext>
    </p:extLst>
  </p:cSld>
  <p:clrMapOvr>
    <a:masterClrMapping/>
  </p:clrMapOvr>
  <p:transition spd="slow">
    <p:strip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DE170A-A055-23CE-944A-8C23C10318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alphaModFix amt="30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-1580" y="4635"/>
            <a:ext cx="2043228" cy="1291006"/>
          </a:xfrm>
          <a:prstGeom prst="rect">
            <a:avLst/>
          </a:prstGeom>
        </p:spPr>
      </p:pic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75AC9E-F568-CFE8-D068-A612DCB7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4" y="378295"/>
            <a:ext cx="8709592" cy="4349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177800" lvl="0" indent="-177800"/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53B058-9DC0-322B-C928-1315B18C7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434" y="945322"/>
            <a:ext cx="11387132" cy="496688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7CFB3E-35E8-880B-85E4-AB01C4C80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46080" y="6411331"/>
            <a:ext cx="1243486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+mn-ea"/>
                <a:ea typeface="+mn-ea"/>
              </a:defRPr>
            </a:lvl1pPr>
          </a:lstStyle>
          <a:p>
            <a:fld id="{8807C97D-FDB1-4F38-8BE1-4DE8F36CC35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A6309EFF-8685-E428-6764-C45F267C2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2434" y="5979208"/>
            <a:ext cx="11387132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69FCEBE7-6FAE-7A2C-A660-CD49860AA7D0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4785" y="-56"/>
            <a:ext cx="4247215" cy="2859987"/>
          </a:xfrm>
          <a:custGeom>
            <a:avLst/>
            <a:gdLst>
              <a:gd name="connsiteX0" fmla="*/ 0 w 4247215"/>
              <a:gd name="connsiteY0" fmla="*/ 2859987 h 2859987"/>
              <a:gd name="connsiteX1" fmla="*/ 4247215 w 4247215"/>
              <a:gd name="connsiteY1" fmla="*/ 2859987 h 2859987"/>
              <a:gd name="connsiteX2" fmla="*/ 4247215 w 4247215"/>
              <a:gd name="connsiteY2" fmla="*/ 228705 h 2859987"/>
              <a:gd name="connsiteX3" fmla="*/ 4112526 w 4247215"/>
              <a:gd name="connsiteY3" fmla="*/ 177881 h 2859987"/>
              <a:gd name="connsiteX4" fmla="*/ 3059329 w 4247215"/>
              <a:gd name="connsiteY4" fmla="*/ 0 h 2859987"/>
              <a:gd name="connsiteX5" fmla="*/ 12043 w 4247215"/>
              <a:gd name="connsiteY5" fmla="*/ 2631748 h 285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47215" h="2859987">
                <a:moveTo>
                  <a:pt x="0" y="2859987"/>
                </a:moveTo>
                <a:lnTo>
                  <a:pt x="4247215" y="2859987"/>
                </a:lnTo>
                <a:lnTo>
                  <a:pt x="4247215" y="228705"/>
                </a:lnTo>
                <a:lnTo>
                  <a:pt x="4112526" y="177881"/>
                </a:lnTo>
                <a:cubicBezTo>
                  <a:pt x="3784122" y="62803"/>
                  <a:pt x="3429389" y="0"/>
                  <a:pt x="3059329" y="0"/>
                </a:cubicBezTo>
                <a:cubicBezTo>
                  <a:pt x="1473356" y="0"/>
                  <a:pt x="168904" y="1153534"/>
                  <a:pt x="12043" y="2631748"/>
                </a:cubicBezTo>
                <a:close/>
              </a:path>
            </a:pathLst>
          </a:custGeom>
          <a:gradFill>
            <a:gsLst>
              <a:gs pos="0">
                <a:srgbClr val="024878">
                  <a:alpha val="0"/>
                </a:srgbClr>
              </a:gs>
              <a:gs pos="100000">
                <a:srgbClr val="024878">
                  <a:alpha val="8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Pretendard GOV SemiBold" panose="02000703000000020004" pitchFamily="2" charset="-127"/>
              <a:ea typeface="Pretendard GOV SemiBold" panose="02000703000000020004" pitchFamily="2" charset="-127"/>
            </a:endParaRPr>
          </a:p>
        </p:txBody>
      </p:sp>
      <p:pic>
        <p:nvPicPr>
          <p:cNvPr id="7" name="그래픽 7">
            <a:extLst>
              <a:ext uri="{FF2B5EF4-FFF2-40B4-BE49-F238E27FC236}">
                <a16:creationId xmlns:a16="http://schemas.microsoft.com/office/drawing/2014/main" id="{E2880EB1-510F-15FD-651D-10089A0A6B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402434" y="6410896"/>
            <a:ext cx="1417499" cy="21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87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705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ransition spd="slow">
    <p:strips/>
  </p:transition>
  <p:hf hdr="0" ftr="0" dt="0"/>
  <p:txStyles>
    <p:titleStyle>
      <a:lvl1pPr marL="0" indent="0" algn="l" defTabSz="914400" rtl="0" eaLnBrk="1" latinLnBrk="1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lang="ko-KR" altLang="en-US" sz="2400" kern="1200" spc="-100" baseline="0" dirty="0">
          <a:solidFill>
            <a:schemeClr val="accent6"/>
          </a:solidFill>
          <a:latin typeface="Pretendard GOV ExtraBold" panose="02000903000000020004" pitchFamily="2" charset="-127"/>
          <a:ea typeface="Pretendard GOV ExtraBold" panose="02000903000000020004" pitchFamily="2" charset="-127"/>
          <a:cs typeface="Pretendard GOV ExtraBold" panose="02000903000000020004" pitchFamily="2" charset="-127"/>
        </a:defRPr>
      </a:lvl1pPr>
    </p:titleStyle>
    <p:bodyStyle>
      <a:lvl1pPr marL="360363" indent="-360363" algn="l" defTabSz="914400" rtl="0" eaLnBrk="1" latinLnBrk="1" hangingPunct="1">
        <a:lnSpc>
          <a:spcPct val="100000"/>
        </a:lnSpc>
        <a:spcBef>
          <a:spcPts val="1000"/>
        </a:spcBef>
        <a:buClr>
          <a:srgbClr val="024878"/>
        </a:buClr>
        <a:buFont typeface="Wingdings" panose="05000000000000000000" pitchFamily="2" charset="2"/>
        <a:buChar char=""/>
        <a:defRPr sz="2000" kern="1200" spc="-100" baseline="0">
          <a:solidFill>
            <a:schemeClr val="accent6"/>
          </a:solidFill>
          <a:latin typeface="+mj-ea"/>
          <a:ea typeface="+mj-ea"/>
          <a:cs typeface="+mn-cs"/>
        </a:defRPr>
      </a:lvl1pPr>
      <a:lvl2pPr marL="715963" indent="-258763" algn="l" defTabSz="914400" rtl="0" eaLnBrk="1" latinLnBrk="1" hangingPunct="1">
        <a:lnSpc>
          <a:spcPct val="110000"/>
        </a:lnSpc>
        <a:spcBef>
          <a:spcPts val="500"/>
        </a:spcBef>
        <a:buClr>
          <a:srgbClr val="024878"/>
        </a:buClr>
        <a:buFont typeface="Wingdings" panose="05000000000000000000" pitchFamily="2" charset="2"/>
        <a:buChar char="l"/>
        <a:defRPr sz="1800" kern="1200" spc="-100" baseline="0">
          <a:solidFill>
            <a:schemeClr val="tx1"/>
          </a:solidFill>
          <a:latin typeface="Pretendard GOV Medium" panose="02000603000000020004" pitchFamily="50" charset="-127"/>
          <a:ea typeface="Pretendard GOV Medium" panose="02000603000000020004" pitchFamily="50" charset="-127"/>
          <a:cs typeface="Pretendard GOV Medium" panose="02000603000000020004" pitchFamily="50" charset="-127"/>
        </a:defRPr>
      </a:lvl2pPr>
      <a:lvl3pPr marL="1076325" indent="-161925" algn="l" defTabSz="914400" rtl="0" eaLnBrk="1" latinLnBrk="1" hangingPunct="1">
        <a:lnSpc>
          <a:spcPct val="100000"/>
        </a:lnSpc>
        <a:spcBef>
          <a:spcPts val="500"/>
        </a:spcBef>
        <a:buFont typeface="Pretendard GOV" panose="02000503000000020004" pitchFamily="50" charset="-127"/>
        <a:buChar char="‐"/>
        <a:tabLst>
          <a:tab pos="1076325" algn="l"/>
        </a:tabLst>
        <a:defRPr sz="1600" kern="1200" spc="-100" baseline="0">
          <a:solidFill>
            <a:schemeClr val="tx1"/>
          </a:solidFill>
          <a:latin typeface="+mn-ea"/>
          <a:ea typeface="+mn-ea"/>
          <a:cs typeface="Pretendard GOV" panose="020B0600000101010101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spc="-100" baseline="0">
          <a:solidFill>
            <a:schemeClr val="tx1">
              <a:lumMod val="50000"/>
              <a:lumOff val="50000"/>
            </a:schemeClr>
          </a:solidFill>
          <a:latin typeface="+mn-ea"/>
          <a:ea typeface="+mn-ea"/>
          <a:cs typeface="Pretendard GOV" panose="020B0600000101010101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spc="-100" baseline="0">
          <a:solidFill>
            <a:schemeClr val="tx1">
              <a:lumMod val="50000"/>
              <a:lumOff val="50000"/>
            </a:schemeClr>
          </a:solidFill>
          <a:latin typeface="+mn-ea"/>
          <a:ea typeface="+mn-ea"/>
          <a:cs typeface="Pretendard GOV" panose="020B0600000101010101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A2B9F-E168-2FAA-082B-D369D0D4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FACBAE-6754-4DB6-D3D7-7B22BAF07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2641984"/>
            <a:ext cx="10877465" cy="1441426"/>
          </a:xfrm>
        </p:spPr>
        <p:txBody>
          <a:bodyPr>
            <a:normAutofit/>
          </a:bodyPr>
          <a:lstStyle/>
          <a:p>
            <a:r>
              <a:rPr lang="ko-KR" altLang="en-US" dirty="0"/>
              <a:t>솔루션링크 회사소개서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3FA45E-382F-A371-CF41-801CC5D44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951" y="4252812"/>
            <a:ext cx="10877464" cy="556746"/>
          </a:xfrm>
        </p:spPr>
        <p:txBody>
          <a:bodyPr>
            <a:normAutofit/>
          </a:bodyPr>
          <a:lstStyle/>
          <a:p>
            <a:r>
              <a:rPr lang="en-US" altLang="ko-KR" dirty="0"/>
              <a:t>SOLUTIONLINK Introduction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C330F37-CAB7-752A-0B0E-01EB9D05C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2952" y="5386834"/>
            <a:ext cx="1309368" cy="338554"/>
          </a:xfrm>
        </p:spPr>
        <p:txBody>
          <a:bodyPr>
            <a:normAutofit/>
          </a:bodyPr>
          <a:lstStyle/>
          <a:p>
            <a:r>
              <a:rPr lang="en-US" altLang="ko-KR"/>
              <a:t>2025.08.19.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7A020E5-54C9-2025-9252-0831ED0F94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2951" y="5730422"/>
            <a:ext cx="4931409" cy="338554"/>
          </a:xfrm>
        </p:spPr>
        <p:txBody>
          <a:bodyPr>
            <a:normAutofit/>
          </a:bodyPr>
          <a:lstStyle/>
          <a:p>
            <a:r>
              <a:rPr lang="ko-KR" altLang="en-US" dirty="0"/>
              <a:t>솔루션링크 디지털 프로젝트 공학 사업부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12B31D-DE00-F6A6-8CE7-2F9D35E110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94392" y="600137"/>
            <a:ext cx="1526023" cy="276999"/>
          </a:xfrm>
        </p:spPr>
        <p:txBody>
          <a:bodyPr>
            <a:normAutofit/>
          </a:bodyPr>
          <a:lstStyle/>
          <a:p>
            <a:r>
              <a:rPr lang="en-US" altLang="ko-KR" dirty="0"/>
              <a:t>v0</a:t>
            </a:r>
          </a:p>
        </p:txBody>
      </p:sp>
    </p:spTree>
    <p:extLst>
      <p:ext uri="{BB962C8B-B14F-4D97-AF65-F5344CB8AC3E}">
        <p14:creationId xmlns:p14="http://schemas.microsoft.com/office/powerpoint/2010/main" val="1372973348"/>
      </p:ext>
    </p:extLst>
  </p:cSld>
  <p:clrMapOvr>
    <a:masterClrMapping/>
  </p:clrMapOvr>
  <p:transition spd="slow">
    <p:strip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C094A-C0FD-D6AF-C4D6-DD65383A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FD925FC-DA35-61FF-2748-8F267D4D3850}"/>
              </a:ext>
            </a:extLst>
          </p:cNvPr>
          <p:cNvSpPr/>
          <p:nvPr/>
        </p:nvSpPr>
        <p:spPr>
          <a:xfrm>
            <a:off x="663618" y="1321904"/>
            <a:ext cx="3908382" cy="4234070"/>
          </a:xfrm>
          <a:prstGeom prst="roundRect">
            <a:avLst>
              <a:gd name="adj" fmla="val 304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B6026E-2AE9-20D2-190C-7DF185CB8371}"/>
              </a:ext>
            </a:extLst>
          </p:cNvPr>
          <p:cNvSpPr txBox="1"/>
          <p:nvPr/>
        </p:nvSpPr>
        <p:spPr>
          <a:xfrm>
            <a:off x="2092078" y="5868135"/>
            <a:ext cx="9436305" cy="3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This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report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is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solely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for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the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use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of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client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personnel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No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part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of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it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may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be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circulated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quoted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or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reproduced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for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distribution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outside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the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client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organization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without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prior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written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approval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from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SOLUTIONLINK </a:t>
            </a:r>
            <a:r>
              <a:rPr lang="en-US" altLang="ko-KR" sz="850" dirty="0">
                <a:solidFill>
                  <a:schemeClr val="bg1"/>
                </a:solidFill>
                <a:latin typeface="+mn-ea"/>
              </a:rPr>
              <a:t>Co.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This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material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was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used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by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SOLUTIONLINK </a:t>
            </a:r>
            <a:r>
              <a:rPr lang="en-US" altLang="ko-KR" sz="850" dirty="0">
                <a:solidFill>
                  <a:schemeClr val="bg1"/>
                </a:solidFill>
                <a:latin typeface="+mn-ea"/>
              </a:rPr>
              <a:t>Co.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during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an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presentation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or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knowledge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delivery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;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it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is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not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a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complete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record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of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the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850" dirty="0" err="1">
                <a:solidFill>
                  <a:schemeClr val="bg1"/>
                </a:solidFill>
                <a:latin typeface="+mn-ea"/>
              </a:rPr>
              <a:t>discussion</a:t>
            </a:r>
            <a:r>
              <a:rPr lang="ko-KR" altLang="en-US" sz="850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B5E2210-6E94-CEE1-00D9-4A3BE0D745A2}"/>
              </a:ext>
            </a:extLst>
          </p:cNvPr>
          <p:cNvSpPr/>
          <p:nvPr/>
        </p:nvSpPr>
        <p:spPr>
          <a:xfrm>
            <a:off x="763573" y="5899731"/>
            <a:ext cx="1248107" cy="2623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solidFill>
                  <a:srgbClr val="024878"/>
                </a:solidFill>
                <a:latin typeface="+mn-ea"/>
              </a:rPr>
              <a:t>CREDENTIAL</a:t>
            </a:r>
            <a:endParaRPr lang="ko-KR" altLang="en-US" sz="1200" dirty="0">
              <a:solidFill>
                <a:srgbClr val="024878"/>
              </a:solidFill>
              <a:latin typeface="+mn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2BD634E-8BB4-9E12-CB45-54B9917F04F3}"/>
              </a:ext>
            </a:extLst>
          </p:cNvPr>
          <p:cNvSpPr/>
          <p:nvPr/>
        </p:nvSpPr>
        <p:spPr>
          <a:xfrm>
            <a:off x="4722775" y="1321904"/>
            <a:ext cx="6909781" cy="4234070"/>
          </a:xfrm>
          <a:prstGeom prst="roundRect">
            <a:avLst>
              <a:gd name="adj" fmla="val 304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33FCCD5-AAC6-DA6A-04AF-2228DD439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116831"/>
              </p:ext>
            </p:extLst>
          </p:nvPr>
        </p:nvGraphicFramePr>
        <p:xfrm>
          <a:off x="837252" y="1806561"/>
          <a:ext cx="3575722" cy="335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476">
                  <a:extLst>
                    <a:ext uri="{9D8B030D-6E8A-4147-A177-3AD203B41FA5}">
                      <a16:colId xmlns:a16="http://schemas.microsoft.com/office/drawing/2014/main" val="1561442075"/>
                    </a:ext>
                  </a:extLst>
                </a:gridCol>
                <a:gridCol w="2449246">
                  <a:extLst>
                    <a:ext uri="{9D8B030D-6E8A-4147-A177-3AD203B41FA5}">
                      <a16:colId xmlns:a16="http://schemas.microsoft.com/office/drawing/2014/main" val="41741897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자산 고유 번호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SL_2025_ALL_INTRO</a:t>
                      </a:r>
                      <a:endParaRPr lang="ko-KR" altLang="en-US" sz="11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035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 err="1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자산명</a:t>
                      </a:r>
                      <a:endParaRPr lang="ko-KR" altLang="en-US" sz="1100" b="0" spc="-70" baseline="0" dirty="0">
                        <a:solidFill>
                          <a:srgbClr val="024878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솔루션링크 회사소개서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943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현재 버전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0.1.0</a:t>
                      </a:r>
                      <a:endParaRPr lang="ko-KR" altLang="en-US" sz="11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789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최종 배포 버전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0.3.0</a:t>
                      </a:r>
                      <a:endParaRPr lang="ko-KR" altLang="en-US" sz="11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01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작성 부서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솔루션링크 디지털 프로젝트 공학 사업부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985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초기 작성자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김진이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670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초기 작성 일시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2025.06.03</a:t>
                      </a:r>
                      <a:endParaRPr lang="ko-KR" altLang="en-US" sz="11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1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문서 상태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작성 </a:t>
                      </a:r>
                      <a:r>
                        <a:rPr lang="en-US" altLang="ko-KR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[  ] </a:t>
                      </a:r>
                      <a:r>
                        <a:rPr lang="ko-KR" altLang="en-US" sz="11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검토및승인</a:t>
                      </a:r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[  ] </a:t>
                      </a:r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배포 </a:t>
                      </a:r>
                      <a:r>
                        <a:rPr lang="en-US" altLang="ko-KR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✅</a:t>
                      </a:r>
                      <a:r>
                        <a:rPr lang="en-US" altLang="ko-KR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lang="ko-KR" altLang="en-US" sz="11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178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공유처</a:t>
                      </a:r>
                      <a:endParaRPr lang="ko-KR" altLang="en-US" sz="1100" b="0" spc="-7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솔루션링크 임직원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138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문서 목적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템플릿 배포</a:t>
                      </a:r>
                      <a:endParaRPr lang="en-US" altLang="ko-KR" sz="11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5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열람대상 및 보안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솔루션링크 내부</a:t>
                      </a:r>
                      <a:r>
                        <a:rPr lang="en-US" altLang="ko-KR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고객사</a:t>
                      </a:r>
                      <a:endParaRPr lang="en-US" altLang="ko-KR" sz="11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443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최종 작성자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김진이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376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최종 편집 일시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2026.05.04</a:t>
                      </a:r>
                      <a:endParaRPr lang="ko-KR" altLang="en-US" sz="11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110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관련 문서</a:t>
                      </a:r>
                      <a:r>
                        <a:rPr lang="en-US" altLang="ko-KR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0" spc="-7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자산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19088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8CC1281C-71AB-B26E-141C-2514328F2E18}"/>
              </a:ext>
            </a:extLst>
          </p:cNvPr>
          <p:cNvSpPr/>
          <p:nvPr/>
        </p:nvSpPr>
        <p:spPr>
          <a:xfrm>
            <a:off x="837252" y="1456300"/>
            <a:ext cx="1512575" cy="26582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Clr>
                <a:srgbClr val="871542"/>
              </a:buClr>
              <a:buFont typeface="Wingdings" panose="05000000000000000000" pitchFamily="2" charset="2"/>
              <a:buNone/>
            </a:pPr>
            <a:r>
              <a:rPr lang="ko-KR" altLang="en-US" sz="1400" spc="-150" baseline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자산 정보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6EC6E2-88B8-09B8-EA73-CB0CA0AC3FD5}"/>
              </a:ext>
            </a:extLst>
          </p:cNvPr>
          <p:cNvSpPr/>
          <p:nvPr/>
        </p:nvSpPr>
        <p:spPr>
          <a:xfrm>
            <a:off x="4899992" y="1456300"/>
            <a:ext cx="1795776" cy="26582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Clr>
                <a:srgbClr val="871542"/>
              </a:buClr>
              <a:buFont typeface="Wingdings" panose="05000000000000000000" pitchFamily="2" charset="2"/>
              <a:buNone/>
            </a:pPr>
            <a:r>
              <a:rPr lang="ko-KR" altLang="en-US" sz="1400" spc="-150" baseline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자산 제정</a:t>
            </a:r>
            <a:r>
              <a:rPr lang="en-US" altLang="ko-KR" sz="1400" spc="-150" baseline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·</a:t>
            </a:r>
            <a:r>
              <a:rPr lang="ko-KR" altLang="en-US" sz="1400" spc="-150" baseline="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개정 내역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C117D4F-6137-BC04-0A09-4BEE2AF3C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028628"/>
              </p:ext>
            </p:extLst>
          </p:nvPr>
        </p:nvGraphicFramePr>
        <p:xfrm>
          <a:off x="4899992" y="1806561"/>
          <a:ext cx="6548735" cy="191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212">
                  <a:extLst>
                    <a:ext uri="{9D8B030D-6E8A-4147-A177-3AD203B41FA5}">
                      <a16:colId xmlns:a16="http://schemas.microsoft.com/office/drawing/2014/main" val="1561442075"/>
                    </a:ext>
                  </a:extLst>
                </a:gridCol>
                <a:gridCol w="933142">
                  <a:extLst>
                    <a:ext uri="{9D8B030D-6E8A-4147-A177-3AD203B41FA5}">
                      <a16:colId xmlns:a16="http://schemas.microsoft.com/office/drawing/2014/main" val="4174189700"/>
                    </a:ext>
                  </a:extLst>
                </a:gridCol>
                <a:gridCol w="536060">
                  <a:extLst>
                    <a:ext uri="{9D8B030D-6E8A-4147-A177-3AD203B41FA5}">
                      <a16:colId xmlns:a16="http://schemas.microsoft.com/office/drawing/2014/main" val="4193120027"/>
                    </a:ext>
                  </a:extLst>
                </a:gridCol>
                <a:gridCol w="2819281">
                  <a:extLst>
                    <a:ext uri="{9D8B030D-6E8A-4147-A177-3AD203B41FA5}">
                      <a16:colId xmlns:a16="http://schemas.microsoft.com/office/drawing/2014/main" val="1701371729"/>
                    </a:ext>
                  </a:extLst>
                </a:gridCol>
                <a:gridCol w="843020">
                  <a:extLst>
                    <a:ext uri="{9D8B030D-6E8A-4147-A177-3AD203B41FA5}">
                      <a16:colId xmlns:a16="http://schemas.microsoft.com/office/drawing/2014/main" val="3832069121"/>
                    </a:ext>
                  </a:extLst>
                </a:gridCol>
                <a:gridCol w="843020">
                  <a:extLst>
                    <a:ext uri="{9D8B030D-6E8A-4147-A177-3AD203B41FA5}">
                      <a16:colId xmlns:a16="http://schemas.microsoft.com/office/drawing/2014/main" val="614456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내역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검토</a:t>
                      </a:r>
                      <a:r>
                        <a:rPr lang="en-US" altLang="ko-KR" sz="1100" b="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</a:rPr>
                        <a:t>승인자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035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b="0" kern="1200" spc="-70" baseline="0">
                          <a:solidFill>
                            <a:srgbClr val="024878"/>
                          </a:solidFill>
                          <a:latin typeface="+mn-ea"/>
                          <a:ea typeface="+mn-ea"/>
                          <a:cs typeface="+mn-cs"/>
                        </a:rPr>
                        <a:t>0.1.0</a:t>
                      </a:r>
                      <a:endParaRPr lang="ko-KR" altLang="en-US" sz="1100" b="0" kern="1200" spc="-70" baseline="0">
                        <a:solidFill>
                          <a:srgbClr val="024878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b="0" kern="1200" spc="-7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2025.06.03</a:t>
                      </a:r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7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제정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7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자료 제정 및 목차 작성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7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김진이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7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백영민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943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b="0" kern="120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  <a:cs typeface="+mn-cs"/>
                        </a:rPr>
                        <a:t>0.2.0</a:t>
                      </a:r>
                      <a:endParaRPr lang="ko-KR" altLang="en-US" sz="1100" b="0" kern="1200" spc="-70" baseline="0" dirty="0">
                        <a:solidFill>
                          <a:srgbClr val="024878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b="0" kern="1200" spc="-7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2025.07.22</a:t>
                      </a:r>
                      <a:endParaRPr lang="ko-KR" altLang="en-US" sz="1100" b="0" kern="1200" spc="-7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개정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내부 디자인 일부 수정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7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백영민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7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김진이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91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b="0" kern="1200" spc="-70" baseline="0" dirty="0">
                          <a:solidFill>
                            <a:srgbClr val="024878"/>
                          </a:solidFill>
                          <a:latin typeface="+mn-ea"/>
                          <a:ea typeface="+mn-ea"/>
                          <a:cs typeface="+mn-cs"/>
                        </a:rPr>
                        <a:t>0.3.0</a:t>
                      </a:r>
                      <a:endParaRPr lang="ko-KR" altLang="en-US" sz="1100" b="0" kern="1200" spc="-70" baseline="0" dirty="0">
                        <a:solidFill>
                          <a:srgbClr val="024878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b="0" kern="1200" spc="-7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2025.08.06</a:t>
                      </a:r>
                      <a:endParaRPr lang="ko-KR" altLang="en-US" sz="1100" b="0" kern="1200" spc="-7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개정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내부 디자인 일부 수정 후 배포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kern="1200" spc="-7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김진이</a:t>
                      </a: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178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rgbClr val="024878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138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rgbClr val="024878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52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rgbClr val="024878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73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rgbClr val="024878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100" b="0" kern="1200" spc="-7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190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16005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7EA702-7F55-0334-9C41-AE6655CCC4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27185" y="936801"/>
            <a:ext cx="5848901" cy="4984398"/>
          </a:xfrm>
        </p:spPr>
        <p:txBody>
          <a:bodyPr/>
          <a:lstStyle/>
          <a:p>
            <a:r>
              <a:rPr lang="ko-KR" altLang="en-US" dirty="0"/>
              <a:t>회사 개요</a:t>
            </a:r>
            <a:endParaRPr lang="en-US" altLang="ko-KR" dirty="0"/>
          </a:p>
          <a:p>
            <a:r>
              <a:rPr lang="ko-KR" altLang="en-US" dirty="0"/>
              <a:t>주요 사업내용</a:t>
            </a:r>
            <a:endParaRPr lang="en-US" altLang="ko-KR" dirty="0"/>
          </a:p>
          <a:p>
            <a:r>
              <a:rPr lang="ko-KR" altLang="en-US" dirty="0"/>
              <a:t>컨설팅 서비스</a:t>
            </a:r>
            <a:endParaRPr lang="en-US" altLang="ko-KR" dirty="0"/>
          </a:p>
          <a:p>
            <a:r>
              <a:rPr lang="en-US" altLang="ko-KR" dirty="0"/>
              <a:t>ITSCOPE</a:t>
            </a:r>
          </a:p>
        </p:txBody>
      </p:sp>
    </p:spTree>
    <p:extLst>
      <p:ext uri="{BB962C8B-B14F-4D97-AF65-F5344CB8AC3E}">
        <p14:creationId xmlns:p14="http://schemas.microsoft.com/office/powerpoint/2010/main" val="45274617"/>
      </p:ext>
    </p:extLst>
  </p:cSld>
  <p:clrMapOvr>
    <a:masterClrMapping/>
  </p:clrMapOvr>
  <p:transition spd="slow">
    <p:strip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9FDDBB9-88B2-D6E1-4B3A-181CE7AA4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1" y="2547031"/>
            <a:ext cx="2949846" cy="1933529"/>
          </a:xfrm>
        </p:spPr>
        <p:txBody>
          <a:bodyPr/>
          <a:lstStyle/>
          <a:p>
            <a:r>
              <a:rPr lang="ko-KR" altLang="en-US" dirty="0"/>
              <a:t>회사 개요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F48BB6E-BABB-0133-D7C7-EA808EE16F2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27186" y="2547031"/>
            <a:ext cx="6762175" cy="3379899"/>
          </a:xfrm>
        </p:spPr>
        <p:txBody>
          <a:bodyPr/>
          <a:lstStyle/>
          <a:p>
            <a:r>
              <a:rPr lang="ko-KR" altLang="en-US" dirty="0"/>
              <a:t>솔루션링크 소개</a:t>
            </a:r>
            <a:endParaRPr lang="en-US" altLang="ko-KR" dirty="0"/>
          </a:p>
          <a:p>
            <a:r>
              <a:rPr lang="ko-KR" altLang="en-US" dirty="0"/>
              <a:t>주요 사업내용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E3E1BA1-6684-E0FF-88C3-6E3A5B5E7F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57793" y="2183967"/>
            <a:ext cx="2497893" cy="328863"/>
          </a:xfrm>
        </p:spPr>
        <p:txBody>
          <a:bodyPr/>
          <a:lstStyle/>
          <a:p>
            <a:r>
              <a:rPr lang="en-US" altLang="ko-KR"/>
              <a:t>CHAPTER I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8246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4027-9396-C463-DFDB-5C7477719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B2DE57-319F-FC3C-BCA4-B654E24ECA1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46080" y="6411331"/>
            <a:ext cx="1243486" cy="216000"/>
          </a:xfrm>
        </p:spPr>
        <p:txBody>
          <a:bodyPr/>
          <a:lstStyle/>
          <a:p>
            <a:fld id="{20E68349-8524-4E2E-AA4C-9351CB1FD3E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9F314EA-C066-D8A3-B52E-4AAB50F83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5" y="378295"/>
            <a:ext cx="8709592" cy="434974"/>
          </a:xfrm>
        </p:spPr>
        <p:txBody>
          <a:bodyPr>
            <a:no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솔루션링크 </a:t>
            </a:r>
            <a:r>
              <a:rPr lang="ko-KR" altLang="en-US" dirty="0">
                <a:solidFill>
                  <a:schemeClr val="accent6"/>
                </a:solidFill>
              </a:rPr>
              <a:t>소개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1F7FE3C-0088-4519-80C7-3ABCBDCA3D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2027" y="378295"/>
            <a:ext cx="2677537" cy="434974"/>
          </a:xfrm>
        </p:spPr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회사 개요</a:t>
            </a:r>
          </a:p>
        </p:txBody>
      </p:sp>
      <p:pic>
        <p:nvPicPr>
          <p:cNvPr id="18" name="그림 17" descr="그래픽, 폰트, 그래픽 디자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31F45D-451B-C653-7E23-2EF81D7AE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440" y="1105834"/>
            <a:ext cx="2872341" cy="459575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4648F3-39D5-8391-95DA-99296D7E8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884197"/>
              </p:ext>
            </p:extLst>
          </p:nvPr>
        </p:nvGraphicFramePr>
        <p:xfrm>
          <a:off x="451099" y="2233073"/>
          <a:ext cx="4789116" cy="389839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96347">
                  <a:extLst>
                    <a:ext uri="{9D8B030D-6E8A-4147-A177-3AD203B41FA5}">
                      <a16:colId xmlns:a16="http://schemas.microsoft.com/office/drawing/2014/main" val="304060705"/>
                    </a:ext>
                  </a:extLst>
                </a:gridCol>
                <a:gridCol w="3692769">
                  <a:extLst>
                    <a:ext uri="{9D8B030D-6E8A-4147-A177-3AD203B41FA5}">
                      <a16:colId xmlns:a16="http://schemas.microsoft.com/office/drawing/2014/main" val="19049131"/>
                    </a:ext>
                  </a:extLst>
                </a:gridCol>
              </a:tblGrid>
              <a:tr h="38186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㈜솔루션링크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0153214"/>
                  </a:ext>
                </a:extLst>
              </a:tr>
              <a:tr h="38186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accent6"/>
                          </a:solidFill>
                          <a:latin typeface="+mj-ea"/>
                          <a:ea typeface="+mj-ea"/>
                        </a:rPr>
                        <a:t>대표이사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민상윤</a:t>
                      </a:r>
                      <a:endParaRPr lang="ko-KR" altLang="en-US" sz="11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705284"/>
                  </a:ext>
                </a:extLst>
              </a:tr>
              <a:tr h="61202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accent6"/>
                          </a:solidFill>
                          <a:latin typeface="+mj-ea"/>
                          <a:ea typeface="+mj-ea"/>
                        </a:rPr>
                        <a:t>본사 및 연구소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대전광역시 유성구 유성대로 </a:t>
                      </a:r>
                      <a:r>
                        <a:rPr lang="en-US" altLang="ko-KR" sz="1100" dirty="0"/>
                        <a:t>1689</a:t>
                      </a:r>
                      <a:r>
                        <a:rPr lang="ko-KR" altLang="en-US" sz="1100" dirty="0" err="1"/>
                        <a:t>번길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70,</a:t>
                      </a:r>
                    </a:p>
                    <a:p>
                      <a:pPr latinLnBrk="1"/>
                      <a:r>
                        <a:rPr lang="en-US" altLang="ko-KR" sz="1100" dirty="0"/>
                        <a:t>KT</a:t>
                      </a:r>
                      <a:r>
                        <a:rPr lang="ko-KR" altLang="en-US" sz="1100" dirty="0"/>
                        <a:t>대덕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연구센터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동 </a:t>
                      </a:r>
                      <a:r>
                        <a:rPr lang="en-US" altLang="ko-KR" sz="1100" dirty="0"/>
                        <a:t>2101</a:t>
                      </a:r>
                      <a:r>
                        <a:rPr lang="ko-KR" altLang="en-US" sz="1100" dirty="0"/>
                        <a:t>호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(042-861-4202)</a:t>
                      </a:r>
                      <a:endParaRPr lang="ko-KR" altLang="en-US" sz="11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579064"/>
                  </a:ext>
                </a:extLst>
              </a:tr>
              <a:tr h="43940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accent6"/>
                          </a:solidFill>
                          <a:latin typeface="+mj-ea"/>
                          <a:ea typeface="+mj-ea"/>
                        </a:rPr>
                        <a:t>서울 사무실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서울특별시 서초구 </a:t>
                      </a:r>
                      <a:r>
                        <a:rPr lang="ko-KR" altLang="en-US" sz="1100" dirty="0" err="1"/>
                        <a:t>바우뫼로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128, </a:t>
                      </a:r>
                      <a:r>
                        <a:rPr lang="ko-KR" altLang="en-US" sz="1100" dirty="0" err="1"/>
                        <a:t>비스텔타워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4~5</a:t>
                      </a:r>
                      <a:r>
                        <a:rPr lang="ko-KR" altLang="en-US" sz="1100" dirty="0"/>
                        <a:t>층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(02-576-2202~3)</a:t>
                      </a:r>
                      <a:endParaRPr lang="ko-KR" altLang="en-US" sz="11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80878"/>
                  </a:ext>
                </a:extLst>
              </a:tr>
              <a:tr h="43940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accent6"/>
                          </a:solidFill>
                          <a:latin typeface="+mj-ea"/>
                          <a:ea typeface="+mj-ea"/>
                        </a:rPr>
                        <a:t>홈페이지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www.sol-link.com (</a:t>
                      </a:r>
                      <a:r>
                        <a:rPr lang="ko-KR" altLang="en-US" sz="1100" dirty="0"/>
                        <a:t>회사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latinLnBrk="1"/>
                      <a:r>
                        <a:rPr lang="en-US" altLang="ko-KR" sz="1100" dirty="0"/>
                        <a:t>www.itscope.co.kr (</a:t>
                      </a:r>
                      <a:r>
                        <a:rPr lang="ko-KR" altLang="en-US" sz="1100" dirty="0"/>
                        <a:t>솔루션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221311"/>
                  </a:ext>
                </a:extLst>
              </a:tr>
              <a:tr h="1643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accent6"/>
                          </a:solidFill>
                          <a:latin typeface="+mj-ea"/>
                          <a:ea typeface="+mj-ea"/>
                        </a:rPr>
                        <a:t>대표이사</a:t>
                      </a:r>
                    </a:p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accent6"/>
                          </a:solidFill>
                          <a:latin typeface="+mj-ea"/>
                          <a:ea typeface="+mj-ea"/>
                        </a:rPr>
                        <a:t>주요약력</a:t>
                      </a:r>
                      <a:endParaRPr lang="ko-KR" altLang="en-US" sz="1100" dirty="0">
                        <a:solidFill>
                          <a:schemeClr val="accent6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buClr>
                          <a:schemeClr val="bg2"/>
                        </a:buClr>
                        <a:buSzPts val="1200"/>
                      </a:pP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현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. 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㈜솔루션링크 대표이사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1100" dirty="0" err="1">
                          <a:solidFill>
                            <a:srgbClr val="111111"/>
                          </a:solidFill>
                          <a:latin typeface="+mn-ea"/>
                        </a:rPr>
                        <a:t>대표컨설턴트</a:t>
                      </a:r>
                      <a:endParaRPr lang="en-US" altLang="ko-KR" sz="1100" dirty="0">
                        <a:solidFill>
                          <a:srgbClr val="11111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buClr>
                          <a:schemeClr val="bg2"/>
                        </a:buClr>
                        <a:buSzPts val="1200"/>
                      </a:pP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현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. KAIST 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소프트웨어 대학원 겸임교수</a:t>
                      </a:r>
                      <a:endParaRPr lang="en-US" altLang="ko-KR" sz="1100" dirty="0">
                        <a:solidFill>
                          <a:srgbClr val="11111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buClr>
                          <a:schemeClr val="bg2"/>
                        </a:buClr>
                        <a:buSzPts val="1200"/>
                      </a:pP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현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. </a:t>
                      </a:r>
                      <a:r>
                        <a:rPr lang="ko-KR" altLang="en-US" sz="1100" dirty="0" err="1">
                          <a:solidFill>
                            <a:srgbClr val="111111"/>
                          </a:solidFill>
                          <a:latin typeface="+mn-ea"/>
                        </a:rPr>
                        <a:t>미래부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SW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혁신전략 총괄분과위원</a:t>
                      </a:r>
                      <a:endParaRPr lang="en-US" altLang="ko-KR" sz="1100" dirty="0">
                        <a:solidFill>
                          <a:srgbClr val="11111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buClr>
                          <a:schemeClr val="bg2"/>
                        </a:buClr>
                        <a:buSzPts val="1200"/>
                      </a:pP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전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. 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청와대  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IT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특보 자문위원</a:t>
                      </a:r>
                      <a:endParaRPr lang="en-US" altLang="ko-KR" sz="1100" dirty="0">
                        <a:solidFill>
                          <a:srgbClr val="11111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buClr>
                          <a:schemeClr val="bg2"/>
                        </a:buClr>
                        <a:buSzPts val="1200"/>
                      </a:pP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전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. IT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정책 코리아 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SW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분과위원</a:t>
                      </a:r>
                      <a:endParaRPr lang="en-US" altLang="ko-KR" sz="1100" dirty="0">
                        <a:solidFill>
                          <a:srgbClr val="11111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buClr>
                          <a:schemeClr val="bg2"/>
                        </a:buClr>
                        <a:buSzPts val="1200"/>
                      </a:pP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현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. SW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안전성 포럼 창립위원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운영위원</a:t>
                      </a:r>
                      <a:endParaRPr lang="en-US" altLang="ko-KR" sz="1100" dirty="0">
                        <a:solidFill>
                          <a:srgbClr val="111111"/>
                        </a:solidFill>
                        <a:latin typeface="+mn-ea"/>
                      </a:endParaRPr>
                    </a:p>
                    <a:p>
                      <a:pPr>
                        <a:lnSpc>
                          <a:spcPct val="130000"/>
                        </a:lnSpc>
                        <a:buClr>
                          <a:schemeClr val="bg2"/>
                        </a:buClr>
                        <a:buSzPts val="1200"/>
                      </a:pP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현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. 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정보통신산업진흥원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1100" dirty="0" err="1">
                          <a:solidFill>
                            <a:srgbClr val="111111"/>
                          </a:solidFill>
                          <a:latin typeface="+mn-ea"/>
                        </a:rPr>
                        <a:t>미래부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 자문</a:t>
                      </a:r>
                      <a:r>
                        <a:rPr lang="en-US" altLang="ko-KR" sz="1100" dirty="0">
                          <a:solidFill>
                            <a:srgbClr val="11111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111111"/>
                          </a:solidFill>
                          <a:latin typeface="+mn-ea"/>
                        </a:rPr>
                        <a:t>전문위원</a:t>
                      </a:r>
                      <a:endParaRPr lang="en-US" altLang="ko-KR" sz="1100" dirty="0">
                        <a:solidFill>
                          <a:srgbClr val="111111"/>
                        </a:solidFill>
                        <a:latin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751062"/>
                  </a:ext>
                </a:extLst>
              </a:tr>
            </a:tbl>
          </a:graphicData>
        </a:graphic>
      </p:graphicFrame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6237111-4969-79A5-7B1C-84C6E3DE39AC}"/>
              </a:ext>
            </a:extLst>
          </p:cNvPr>
          <p:cNvCxnSpPr>
            <a:cxnSpLocks/>
          </p:cNvCxnSpPr>
          <p:nvPr/>
        </p:nvCxnSpPr>
        <p:spPr>
          <a:xfrm>
            <a:off x="6009542" y="914400"/>
            <a:ext cx="0" cy="5222631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A6B7589-D8E1-5FD5-740C-0CD30AA45DF1}"/>
              </a:ext>
            </a:extLst>
          </p:cNvPr>
          <p:cNvGrpSpPr/>
          <p:nvPr/>
        </p:nvGrpSpPr>
        <p:grpSpPr>
          <a:xfrm>
            <a:off x="5956788" y="1197583"/>
            <a:ext cx="2320300" cy="269304"/>
            <a:chOff x="5956788" y="1325640"/>
            <a:chExt cx="2320300" cy="269304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9F78540-7C55-759E-E12B-447E27672A6A}"/>
                </a:ext>
              </a:extLst>
            </p:cNvPr>
            <p:cNvSpPr/>
            <p:nvPr/>
          </p:nvSpPr>
          <p:spPr>
            <a:xfrm>
              <a:off x="5956788" y="1410139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77A8EC-9227-E86C-2254-421A2EBD737C}"/>
                </a:ext>
              </a:extLst>
            </p:cNvPr>
            <p:cNvSpPr txBox="1"/>
            <p:nvPr/>
          </p:nvSpPr>
          <p:spPr>
            <a:xfrm>
              <a:off x="6064788" y="1333334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2013</a:t>
              </a:r>
              <a:endParaRPr lang="ko-KR" altLang="en-US" sz="11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47E8D2C-CFDA-7EF3-8BFD-E884A67C7C11}"/>
                </a:ext>
              </a:extLst>
            </p:cNvPr>
            <p:cNvSpPr txBox="1"/>
            <p:nvPr/>
          </p:nvSpPr>
          <p:spPr>
            <a:xfrm>
              <a:off x="6582072" y="1325640"/>
              <a:ext cx="16950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en-US" altLang="ko-KR" sz="1100" b="1" dirty="0">
                  <a:solidFill>
                    <a:schemeClr val="accent6"/>
                  </a:solidFill>
                </a:rPr>
                <a:t>ITSCOPE GS </a:t>
              </a:r>
              <a:r>
                <a:rPr lang="ko-KR" altLang="en-US" sz="1100" b="1" dirty="0">
                  <a:solidFill>
                    <a:schemeClr val="accent6"/>
                  </a:solidFill>
                </a:rPr>
                <a:t>인증 획득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D52214C3-4339-D5DF-B59B-6218CCC12659}"/>
              </a:ext>
            </a:extLst>
          </p:cNvPr>
          <p:cNvGrpSpPr/>
          <p:nvPr/>
        </p:nvGrpSpPr>
        <p:grpSpPr>
          <a:xfrm>
            <a:off x="5956788" y="1600216"/>
            <a:ext cx="5022963" cy="269304"/>
            <a:chOff x="5956788" y="1716285"/>
            <a:chExt cx="5022963" cy="269304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0E93825-3A16-45FC-62F9-040B1BDA1795}"/>
                </a:ext>
              </a:extLst>
            </p:cNvPr>
            <p:cNvSpPr/>
            <p:nvPr/>
          </p:nvSpPr>
          <p:spPr>
            <a:xfrm>
              <a:off x="5956788" y="1800784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E5BF89C-9714-4189-EF7B-F44D0132A8DC}"/>
                </a:ext>
              </a:extLst>
            </p:cNvPr>
            <p:cNvSpPr txBox="1"/>
            <p:nvPr/>
          </p:nvSpPr>
          <p:spPr>
            <a:xfrm>
              <a:off x="6064788" y="1723979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2010</a:t>
              </a:r>
              <a:endParaRPr lang="ko-KR" altLang="en-US" sz="11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12B579-2FEB-95EE-2BCC-B62CA94E4DFA}"/>
                </a:ext>
              </a:extLst>
            </p:cNvPr>
            <p:cNvSpPr txBox="1"/>
            <p:nvPr/>
          </p:nvSpPr>
          <p:spPr>
            <a:xfrm>
              <a:off x="6582072" y="1716285"/>
              <a:ext cx="4397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en-US" altLang="ko-KR" sz="1100" b="1" dirty="0">
                  <a:solidFill>
                    <a:schemeClr val="accent6"/>
                  </a:solidFill>
                </a:rPr>
                <a:t>ITSCOPE </a:t>
              </a:r>
              <a:r>
                <a:rPr lang="ko-KR" altLang="en-US" sz="1100" b="1" dirty="0">
                  <a:solidFill>
                    <a:schemeClr val="accent6"/>
                  </a:solidFill>
                </a:rPr>
                <a:t>제품군 확대 출시</a:t>
              </a:r>
              <a:r>
                <a:rPr lang="en-US" altLang="ko-KR" sz="1100" b="1" dirty="0">
                  <a:solidFill>
                    <a:schemeClr val="accent6"/>
                  </a:solidFill>
                </a:rPr>
                <a:t>(SMART, BASIC, PMO, PLANNER, R/D)</a:t>
              </a: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BD8DFB06-704E-DC3E-A8F9-2138D404AE71}"/>
              </a:ext>
            </a:extLst>
          </p:cNvPr>
          <p:cNvGrpSpPr/>
          <p:nvPr/>
        </p:nvGrpSpPr>
        <p:grpSpPr>
          <a:xfrm>
            <a:off x="5956788" y="2002849"/>
            <a:ext cx="4532444" cy="482055"/>
            <a:chOff x="5956788" y="2106930"/>
            <a:chExt cx="4532444" cy="482055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79308A27-F0DB-A186-AE46-ED77CAE91B27}"/>
                </a:ext>
              </a:extLst>
            </p:cNvPr>
            <p:cNvSpPr/>
            <p:nvPr/>
          </p:nvSpPr>
          <p:spPr>
            <a:xfrm>
              <a:off x="5956788" y="2191429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6F06E34-16D7-6039-3A2E-95575EA34798}"/>
                </a:ext>
              </a:extLst>
            </p:cNvPr>
            <p:cNvSpPr txBox="1"/>
            <p:nvPr/>
          </p:nvSpPr>
          <p:spPr>
            <a:xfrm>
              <a:off x="6064788" y="2114624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2009</a:t>
              </a:r>
              <a:endParaRPr lang="ko-KR" altLang="en-US" sz="11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75033A7-A9A6-6640-B664-A7E83D26E1D9}"/>
                </a:ext>
              </a:extLst>
            </p:cNvPr>
            <p:cNvSpPr txBox="1"/>
            <p:nvPr/>
          </p:nvSpPr>
          <p:spPr>
            <a:xfrm>
              <a:off x="6582072" y="2106930"/>
              <a:ext cx="3907160" cy="482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dirty="0"/>
                <a:t>SW </a:t>
              </a:r>
              <a:r>
                <a:rPr lang="ko-KR" altLang="en-US" sz="1100" dirty="0"/>
                <a:t>산업발전 유공자 국무총리 표창 수상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소프트웨어 공학 분야</a:t>
              </a:r>
              <a:r>
                <a:rPr lang="en-US" altLang="ko-KR" sz="1100" dirty="0"/>
                <a:t>)</a:t>
              </a:r>
            </a:p>
            <a:p>
              <a: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/>
                <a:t>기술 혁신형 중소기업</a:t>
              </a:r>
              <a:r>
                <a:rPr lang="en-US" altLang="ko-KR" sz="1100" dirty="0"/>
                <a:t>(INNO-BIZ) </a:t>
              </a:r>
              <a:r>
                <a:rPr lang="ko-KR" altLang="en-US" sz="1100" dirty="0" err="1"/>
                <a:t>재인증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벤처기업 재 인증 획득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AEA045F-3BE7-A6D8-143B-4DE00D4B8747}"/>
              </a:ext>
            </a:extLst>
          </p:cNvPr>
          <p:cNvGrpSpPr/>
          <p:nvPr/>
        </p:nvGrpSpPr>
        <p:grpSpPr>
          <a:xfrm>
            <a:off x="5956788" y="2618233"/>
            <a:ext cx="4064367" cy="482055"/>
            <a:chOff x="5956788" y="2738025"/>
            <a:chExt cx="4064367" cy="482055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DA068B9-E802-C88F-030D-886791D26570}"/>
                </a:ext>
              </a:extLst>
            </p:cNvPr>
            <p:cNvSpPr/>
            <p:nvPr/>
          </p:nvSpPr>
          <p:spPr>
            <a:xfrm>
              <a:off x="5956788" y="2822524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7937EB1-B331-AA59-13D3-A254C1B1E886}"/>
                </a:ext>
              </a:extLst>
            </p:cNvPr>
            <p:cNvSpPr txBox="1"/>
            <p:nvPr/>
          </p:nvSpPr>
          <p:spPr>
            <a:xfrm>
              <a:off x="6064788" y="2745719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2008</a:t>
              </a:r>
              <a:endParaRPr lang="ko-KR" altLang="en-US" sz="11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DAE0EB5-FB52-7159-DD91-E0897AF92383}"/>
                </a:ext>
              </a:extLst>
            </p:cNvPr>
            <p:cNvSpPr txBox="1"/>
            <p:nvPr/>
          </p:nvSpPr>
          <p:spPr>
            <a:xfrm>
              <a:off x="6582072" y="2738025"/>
              <a:ext cx="3439083" cy="482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/>
                <a:t>상표등록출원 </a:t>
              </a:r>
              <a:r>
                <a:rPr lang="en-US" altLang="ko-KR" sz="1100" dirty="0"/>
                <a:t>5</a:t>
              </a:r>
              <a:r>
                <a:rPr lang="ko-KR" altLang="en-US" sz="1100" dirty="0"/>
                <a:t>건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정부부처에서도 사용중인 </a:t>
              </a:r>
              <a:r>
                <a:rPr lang="en-US" altLang="ko-KR" sz="1100" dirty="0"/>
                <a:t>QMO</a:t>
              </a:r>
              <a:r>
                <a:rPr lang="ko-KR" altLang="en-US" sz="1100" dirty="0"/>
                <a:t>™포함</a:t>
              </a:r>
              <a:r>
                <a:rPr lang="en-US" altLang="ko-KR" sz="1100" dirty="0"/>
                <a:t>)</a:t>
              </a:r>
            </a:p>
            <a:p>
              <a: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/>
                <a:t>플랫폼 기반 </a:t>
              </a:r>
              <a:r>
                <a:rPr lang="en-US" altLang="ko-KR" sz="1100" dirty="0"/>
                <a:t>ITSCOPE </a:t>
              </a:r>
              <a:r>
                <a:rPr lang="ko-KR" altLang="en-US" sz="1100" dirty="0" err="1"/>
                <a:t>재출시</a:t>
              </a:r>
              <a:endParaRPr lang="ko-KR" altLang="en-US" sz="1100" dirty="0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CD1BC2B-4370-7C83-F29A-7785C70D1A7A}"/>
              </a:ext>
            </a:extLst>
          </p:cNvPr>
          <p:cNvGrpSpPr/>
          <p:nvPr/>
        </p:nvGrpSpPr>
        <p:grpSpPr>
          <a:xfrm>
            <a:off x="5956788" y="3233617"/>
            <a:ext cx="3416754" cy="269304"/>
            <a:chOff x="5956788" y="3369120"/>
            <a:chExt cx="3416754" cy="269304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1CCFA34-35B0-5DCE-48AA-9CDB1CBAA96C}"/>
                </a:ext>
              </a:extLst>
            </p:cNvPr>
            <p:cNvSpPr/>
            <p:nvPr/>
          </p:nvSpPr>
          <p:spPr>
            <a:xfrm>
              <a:off x="5956788" y="3453619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90908EF-F290-48C6-D045-26393E541708}"/>
                </a:ext>
              </a:extLst>
            </p:cNvPr>
            <p:cNvSpPr txBox="1"/>
            <p:nvPr/>
          </p:nvSpPr>
          <p:spPr>
            <a:xfrm>
              <a:off x="6064788" y="3376814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2006</a:t>
              </a:r>
              <a:endParaRPr lang="ko-KR" altLang="en-US" sz="11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00AFA9D-8A55-62CC-DF23-9D5036142AAD}"/>
                </a:ext>
              </a:extLst>
            </p:cNvPr>
            <p:cNvSpPr txBox="1"/>
            <p:nvPr/>
          </p:nvSpPr>
          <p:spPr>
            <a:xfrm>
              <a:off x="6582072" y="3369120"/>
              <a:ext cx="27914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ko-KR" altLang="en-US" sz="1100" b="1" dirty="0">
                  <a:solidFill>
                    <a:schemeClr val="accent6"/>
                  </a:solidFill>
                </a:rPr>
                <a:t>기술 혁신형 중소기업</a:t>
              </a:r>
              <a:r>
                <a:rPr lang="en-US" altLang="ko-KR" sz="1100" b="1" dirty="0">
                  <a:solidFill>
                    <a:schemeClr val="accent6"/>
                  </a:solidFill>
                </a:rPr>
                <a:t>(INNO-BIZ) </a:t>
              </a:r>
              <a:r>
                <a:rPr lang="ko-KR" altLang="en-US" sz="1100" b="1" dirty="0">
                  <a:solidFill>
                    <a:schemeClr val="accent6"/>
                  </a:solidFill>
                </a:rPr>
                <a:t>인증 획득</a:t>
              </a: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957345C-E3A7-8D06-9A4A-D8B2DCBDC960}"/>
              </a:ext>
            </a:extLst>
          </p:cNvPr>
          <p:cNvGrpSpPr/>
          <p:nvPr/>
        </p:nvGrpSpPr>
        <p:grpSpPr>
          <a:xfrm>
            <a:off x="5956788" y="3636250"/>
            <a:ext cx="1831383" cy="269304"/>
            <a:chOff x="5956788" y="3759765"/>
            <a:chExt cx="1831383" cy="269304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79593C05-DD05-2697-29BE-7D0473D2F660}"/>
                </a:ext>
              </a:extLst>
            </p:cNvPr>
            <p:cNvSpPr/>
            <p:nvPr/>
          </p:nvSpPr>
          <p:spPr>
            <a:xfrm>
              <a:off x="5956788" y="3844264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30922B3-AEB1-7FBE-8326-A70DD304564F}"/>
                </a:ext>
              </a:extLst>
            </p:cNvPr>
            <p:cNvSpPr txBox="1"/>
            <p:nvPr/>
          </p:nvSpPr>
          <p:spPr>
            <a:xfrm>
              <a:off x="6064788" y="3767459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2005</a:t>
              </a:r>
              <a:endParaRPr lang="ko-KR" altLang="en-US" sz="11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6CC1317-6153-5413-BAA2-2B9A609116D3}"/>
                </a:ext>
              </a:extLst>
            </p:cNvPr>
            <p:cNvSpPr txBox="1"/>
            <p:nvPr/>
          </p:nvSpPr>
          <p:spPr>
            <a:xfrm>
              <a:off x="6582072" y="3759765"/>
              <a:ext cx="12060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ko-KR" altLang="en-US" sz="1100" dirty="0"/>
                <a:t>서울 사무소 오픈</a:t>
              </a: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3161454-4B0D-08A4-08A5-C3C14D1331F1}"/>
              </a:ext>
            </a:extLst>
          </p:cNvPr>
          <p:cNvGrpSpPr/>
          <p:nvPr/>
        </p:nvGrpSpPr>
        <p:grpSpPr>
          <a:xfrm>
            <a:off x="5956788" y="4038883"/>
            <a:ext cx="3931317" cy="269304"/>
            <a:chOff x="5956788" y="4150410"/>
            <a:chExt cx="3931317" cy="269304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B72B8DB-89B2-970A-A994-64E3610DD453}"/>
                </a:ext>
              </a:extLst>
            </p:cNvPr>
            <p:cNvSpPr/>
            <p:nvPr/>
          </p:nvSpPr>
          <p:spPr>
            <a:xfrm>
              <a:off x="5956788" y="4234909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91F2554-52E1-173D-2501-10BA829E5971}"/>
                </a:ext>
              </a:extLst>
            </p:cNvPr>
            <p:cNvSpPr txBox="1"/>
            <p:nvPr/>
          </p:nvSpPr>
          <p:spPr>
            <a:xfrm>
              <a:off x="6064788" y="4158104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2004</a:t>
              </a:r>
              <a:endParaRPr lang="ko-KR" altLang="en-US" sz="11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9BCD93C-700E-D58E-6C9D-7C3F9F36D18B}"/>
                </a:ext>
              </a:extLst>
            </p:cNvPr>
            <p:cNvSpPr txBox="1"/>
            <p:nvPr/>
          </p:nvSpPr>
          <p:spPr>
            <a:xfrm>
              <a:off x="6582072" y="4150410"/>
              <a:ext cx="33060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ko-KR" altLang="en-US" sz="1100" b="1" dirty="0">
                  <a:solidFill>
                    <a:schemeClr val="accent6"/>
                  </a:solidFill>
                </a:rPr>
                <a:t>국내 최초 소프트웨어 공학 기반 </a:t>
              </a:r>
              <a:r>
                <a:rPr lang="en-US" altLang="ko-KR" sz="1100" b="1" dirty="0">
                  <a:solidFill>
                    <a:schemeClr val="accent6"/>
                  </a:solidFill>
                </a:rPr>
                <a:t>PMS ITSCOPE </a:t>
              </a:r>
              <a:r>
                <a:rPr lang="ko-KR" altLang="en-US" sz="1100" b="1" dirty="0">
                  <a:solidFill>
                    <a:schemeClr val="accent6"/>
                  </a:solidFill>
                </a:rPr>
                <a:t>출시</a:t>
              </a: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2A71687-B09D-475C-AFA2-A56037718FB5}"/>
              </a:ext>
            </a:extLst>
          </p:cNvPr>
          <p:cNvGrpSpPr/>
          <p:nvPr/>
        </p:nvGrpSpPr>
        <p:grpSpPr>
          <a:xfrm>
            <a:off x="5956788" y="4441516"/>
            <a:ext cx="5401271" cy="269304"/>
            <a:chOff x="5956788" y="4541055"/>
            <a:chExt cx="5401271" cy="26930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5FFC2DEA-15AA-1DD7-1C63-57C38456727E}"/>
                </a:ext>
              </a:extLst>
            </p:cNvPr>
            <p:cNvSpPr/>
            <p:nvPr/>
          </p:nvSpPr>
          <p:spPr>
            <a:xfrm>
              <a:off x="5956788" y="4625554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FAA5B29-85C5-58B4-6E5B-48026B6793EA}"/>
                </a:ext>
              </a:extLst>
            </p:cNvPr>
            <p:cNvSpPr txBox="1"/>
            <p:nvPr/>
          </p:nvSpPr>
          <p:spPr>
            <a:xfrm>
              <a:off x="6064788" y="4548749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2003</a:t>
              </a:r>
              <a:endParaRPr lang="ko-KR" altLang="en-US" sz="11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08EE475-FB9C-68C6-2D53-C7F2157998B8}"/>
                </a:ext>
              </a:extLst>
            </p:cNvPr>
            <p:cNvSpPr txBox="1"/>
            <p:nvPr/>
          </p:nvSpPr>
          <p:spPr>
            <a:xfrm>
              <a:off x="6582072" y="4541055"/>
              <a:ext cx="4775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ko-KR" altLang="en-US" sz="1100" b="1" dirty="0">
                  <a:solidFill>
                    <a:schemeClr val="accent6"/>
                  </a:solidFill>
                </a:rPr>
                <a:t>국내 최초 제</a:t>
              </a:r>
              <a:r>
                <a:rPr lang="en-US" altLang="ko-KR" sz="1100" b="1" dirty="0">
                  <a:solidFill>
                    <a:schemeClr val="accent6"/>
                  </a:solidFill>
                </a:rPr>
                <a:t>2</a:t>
              </a:r>
              <a:r>
                <a:rPr lang="ko-KR" altLang="en-US" sz="1100" b="1" dirty="0">
                  <a:solidFill>
                    <a:schemeClr val="accent6"/>
                  </a:solidFill>
                </a:rPr>
                <a:t>금융권 </a:t>
              </a:r>
              <a:r>
                <a:rPr lang="ko-KR" altLang="en-US" sz="1100" dirty="0"/>
                <a:t>소프트웨어 프로세스 개선 컨설팅 수행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기업부설연구소 설립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CF126038-4117-9636-BB64-9D455B66CF3D}"/>
              </a:ext>
            </a:extLst>
          </p:cNvPr>
          <p:cNvGrpSpPr/>
          <p:nvPr/>
        </p:nvGrpSpPr>
        <p:grpSpPr>
          <a:xfrm>
            <a:off x="5956788" y="4844149"/>
            <a:ext cx="4588548" cy="269304"/>
            <a:chOff x="5956788" y="4931700"/>
            <a:chExt cx="4588548" cy="269304"/>
          </a:xfrm>
        </p:grpSpPr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649AC4CD-373E-1685-1A8E-F3EDAD519F54}"/>
                </a:ext>
              </a:extLst>
            </p:cNvPr>
            <p:cNvSpPr/>
            <p:nvPr/>
          </p:nvSpPr>
          <p:spPr>
            <a:xfrm>
              <a:off x="5956788" y="5016199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4C1E7E9-F677-BCA4-F3A1-8A5B6973E0B1}"/>
                </a:ext>
              </a:extLst>
            </p:cNvPr>
            <p:cNvSpPr txBox="1"/>
            <p:nvPr/>
          </p:nvSpPr>
          <p:spPr>
            <a:xfrm>
              <a:off x="6064788" y="4939394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2002</a:t>
              </a:r>
              <a:endParaRPr lang="ko-KR" altLang="en-US" sz="11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013E895-27A3-A159-8C0E-2CE1CAD7C6EE}"/>
                </a:ext>
              </a:extLst>
            </p:cNvPr>
            <p:cNvSpPr txBox="1"/>
            <p:nvPr/>
          </p:nvSpPr>
          <p:spPr>
            <a:xfrm>
              <a:off x="6582072" y="4931700"/>
              <a:ext cx="39632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ko-KR" altLang="en-US" sz="1100" b="1" dirty="0">
                  <a:solidFill>
                    <a:schemeClr val="accent6"/>
                  </a:solidFill>
                </a:rPr>
                <a:t>국내 최초 자동차 업계 </a:t>
              </a:r>
              <a:r>
                <a:rPr lang="ko-KR" altLang="en-US" sz="1100" dirty="0"/>
                <a:t>소프트웨어공학 </a:t>
              </a:r>
              <a:r>
                <a:rPr lang="en-US" altLang="ko-KR" sz="1100" dirty="0"/>
                <a:t>/ </a:t>
              </a:r>
              <a:r>
                <a:rPr lang="ko-KR" altLang="en-US" sz="1100" dirty="0"/>
                <a:t>프로세스 개선 컨설팅 수행</a:t>
              </a: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F56172C-0562-A82E-6F92-A753EB26FF36}"/>
              </a:ext>
            </a:extLst>
          </p:cNvPr>
          <p:cNvGrpSpPr/>
          <p:nvPr/>
        </p:nvGrpSpPr>
        <p:grpSpPr>
          <a:xfrm>
            <a:off x="5956788" y="5246782"/>
            <a:ext cx="3883227" cy="269304"/>
            <a:chOff x="5956788" y="5322345"/>
            <a:chExt cx="3883227" cy="269304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189A475A-2B73-2715-EBEA-9ECF382B02BD}"/>
                </a:ext>
              </a:extLst>
            </p:cNvPr>
            <p:cNvSpPr/>
            <p:nvPr/>
          </p:nvSpPr>
          <p:spPr>
            <a:xfrm>
              <a:off x="5956788" y="5406844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F91DACD-E431-03B0-A89F-E35F024A6C86}"/>
                </a:ext>
              </a:extLst>
            </p:cNvPr>
            <p:cNvSpPr txBox="1"/>
            <p:nvPr/>
          </p:nvSpPr>
          <p:spPr>
            <a:xfrm>
              <a:off x="6064788" y="5330039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2001</a:t>
              </a:r>
              <a:endParaRPr lang="ko-KR" altLang="en-US" sz="11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588353A-56C0-C8A7-76D2-BB291838819B}"/>
                </a:ext>
              </a:extLst>
            </p:cNvPr>
            <p:cNvSpPr txBox="1"/>
            <p:nvPr/>
          </p:nvSpPr>
          <p:spPr>
            <a:xfrm>
              <a:off x="6582072" y="5322345"/>
              <a:ext cx="32579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ko-KR" altLang="en-US" sz="1100" b="1" dirty="0">
                  <a:solidFill>
                    <a:schemeClr val="accent6"/>
                  </a:solidFill>
                </a:rPr>
                <a:t>국내 최초 제</a:t>
              </a:r>
              <a:r>
                <a:rPr lang="en-US" altLang="ko-KR" sz="1100" b="1" dirty="0">
                  <a:solidFill>
                    <a:schemeClr val="accent6"/>
                  </a:solidFill>
                </a:rPr>
                <a:t>1</a:t>
              </a:r>
              <a:r>
                <a:rPr lang="ko-KR" altLang="en-US" sz="1100" b="1" dirty="0">
                  <a:solidFill>
                    <a:schemeClr val="accent6"/>
                  </a:solidFill>
                </a:rPr>
                <a:t>금융권 </a:t>
              </a:r>
              <a:r>
                <a:rPr lang="ko-KR" altLang="en-US" sz="1100" dirty="0"/>
                <a:t>프로세스 개선</a:t>
              </a:r>
              <a:r>
                <a:rPr lang="en-US" altLang="ko-KR" sz="1100" dirty="0"/>
                <a:t>/PMO </a:t>
              </a:r>
              <a:r>
                <a:rPr lang="ko-KR" altLang="en-US" sz="1100" dirty="0"/>
                <a:t>컨설팅 수행</a:t>
              </a: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FC92D5CE-43C3-D1BD-100D-DF4C0CD22636}"/>
              </a:ext>
            </a:extLst>
          </p:cNvPr>
          <p:cNvGrpSpPr/>
          <p:nvPr/>
        </p:nvGrpSpPr>
        <p:grpSpPr>
          <a:xfrm>
            <a:off x="5956788" y="5649416"/>
            <a:ext cx="5208911" cy="482055"/>
            <a:chOff x="5956788" y="5712991"/>
            <a:chExt cx="5208911" cy="482055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5C1E8415-CBB8-D82D-4DC0-D4FF738E0321}"/>
                </a:ext>
              </a:extLst>
            </p:cNvPr>
            <p:cNvSpPr/>
            <p:nvPr/>
          </p:nvSpPr>
          <p:spPr>
            <a:xfrm>
              <a:off x="5956788" y="5797490"/>
              <a:ext cx="108000" cy="10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F5847C7-73E8-02BB-AB19-393483F30720}"/>
                </a:ext>
              </a:extLst>
            </p:cNvPr>
            <p:cNvSpPr txBox="1"/>
            <p:nvPr/>
          </p:nvSpPr>
          <p:spPr>
            <a:xfrm>
              <a:off x="6064788" y="5720685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accent6"/>
                  </a:solidFill>
                  <a:latin typeface="+mj-ea"/>
                  <a:ea typeface="+mj-ea"/>
                </a:rPr>
                <a:t>2000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FB14D31-AF7D-7A32-78AB-1D4DB252764F}"/>
                </a:ext>
              </a:extLst>
            </p:cNvPr>
            <p:cNvSpPr txBox="1"/>
            <p:nvPr/>
          </p:nvSpPr>
          <p:spPr>
            <a:xfrm>
              <a:off x="6582072" y="5712991"/>
              <a:ext cx="4583627" cy="482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b="1" dirty="0">
                  <a:solidFill>
                    <a:schemeClr val="accent6"/>
                  </a:solidFill>
                </a:rPr>
                <a:t>국내 최초 제조업계 </a:t>
              </a:r>
              <a:r>
                <a:rPr lang="ko-KR" altLang="en-US" sz="1100" dirty="0"/>
                <a:t>임베디드 </a:t>
              </a:r>
              <a:r>
                <a:rPr lang="en-US" altLang="ko-KR" sz="1100" dirty="0"/>
                <a:t>SW </a:t>
              </a:r>
              <a:r>
                <a:rPr lang="ko-KR" altLang="en-US" sz="1100" dirty="0"/>
                <a:t>소프트웨어 공학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프로세스 개선 컨설팅 수행</a:t>
              </a:r>
            </a:p>
            <a:p>
              <a: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/>
                <a:t>㈜솔루션링크 설립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벤처기업 인증 획득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국내 최초 소프트웨어 공학 컨설팅사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95A2916-1D26-1943-9400-D8608EAD300D}"/>
              </a:ext>
            </a:extLst>
          </p:cNvPr>
          <p:cNvGrpSpPr/>
          <p:nvPr/>
        </p:nvGrpSpPr>
        <p:grpSpPr>
          <a:xfrm>
            <a:off x="771740" y="1417494"/>
            <a:ext cx="4147835" cy="564126"/>
            <a:chOff x="785330" y="1417494"/>
            <a:chExt cx="4147835" cy="56412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50025FE-FFAF-5CD8-3572-12B64B5D306E}"/>
                </a:ext>
              </a:extLst>
            </p:cNvPr>
            <p:cNvSpPr txBox="1"/>
            <p:nvPr/>
          </p:nvSpPr>
          <p:spPr>
            <a:xfrm>
              <a:off x="1231237" y="1626859"/>
              <a:ext cx="32560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>
                  <a:latin typeface="Pretendard GOV" panose="02000000000000000000" pitchFamily="2" charset="0"/>
                  <a:ea typeface="Pretendard GOV" panose="02000000000000000000" pitchFamily="2" charset="0"/>
                </a:rPr>
                <a:t>Safer, Smarter Paths for the Digital Era</a:t>
              </a:r>
              <a:endParaRPr lang="ko-KR" altLang="en-US" sz="1400" dirty="0">
                <a:latin typeface="Pretendard GOV" panose="02000000000000000000" pitchFamily="2" charset="0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31A848E3-21C2-0702-A2BF-011FF2CF891E}"/>
                </a:ext>
              </a:extLst>
            </p:cNvPr>
            <p:cNvGrpSpPr/>
            <p:nvPr/>
          </p:nvGrpSpPr>
          <p:grpSpPr>
            <a:xfrm>
              <a:off x="785330" y="1417494"/>
              <a:ext cx="4147835" cy="564126"/>
              <a:chOff x="785330" y="1417494"/>
              <a:chExt cx="4147835" cy="564126"/>
            </a:xfrm>
          </p:grpSpPr>
          <p:pic>
            <p:nvPicPr>
              <p:cNvPr id="6" name="그래픽 5" descr="닫힌 따옴표 단색으로 채워진">
                <a:extLst>
                  <a:ext uri="{FF2B5EF4-FFF2-40B4-BE49-F238E27FC236}">
                    <a16:creationId xmlns:a16="http://schemas.microsoft.com/office/drawing/2014/main" id="{83D9A91B-4D90-E007-20AD-09EC573DEC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369039" y="1417494"/>
                <a:ext cx="564126" cy="564126"/>
              </a:xfrm>
              <a:prstGeom prst="rect">
                <a:avLst/>
              </a:prstGeom>
            </p:spPr>
          </p:pic>
          <p:pic>
            <p:nvPicPr>
              <p:cNvPr id="7" name="그래픽 6" descr="닫힌 따옴표 단색으로 채워진">
                <a:extLst>
                  <a:ext uri="{FF2B5EF4-FFF2-40B4-BE49-F238E27FC236}">
                    <a16:creationId xmlns:a16="http://schemas.microsoft.com/office/drawing/2014/main" id="{025B9580-F445-6944-67CC-DC999694F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0800000">
                <a:off x="785330" y="1417494"/>
                <a:ext cx="564126" cy="56412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59616667"/>
      </p:ext>
    </p:extLst>
  </p:cSld>
  <p:clrMapOvr>
    <a:masterClrMapping/>
  </p:clrMapOvr>
  <p:transition spd="slow">
    <p:strip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CEED7-478C-0B3A-B821-BEFADE4B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335391-810A-1285-FF78-9B1B3188D6BC}"/>
              </a:ext>
            </a:extLst>
          </p:cNvPr>
          <p:cNvSpPr/>
          <p:nvPr/>
        </p:nvSpPr>
        <p:spPr>
          <a:xfrm>
            <a:off x="402435" y="3037841"/>
            <a:ext cx="2709467" cy="302311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Real-Time Structured Analysis &amp; Structured Design 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Object-Oriented Analysis &amp; Design 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Component-Based Development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Agile Development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Software Architecture &amp; Design Pattern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Reverse Engineering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Requirement Elicitation and Management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A36F80-D142-7004-542B-D1DCDFBA2425}"/>
              </a:ext>
            </a:extLst>
          </p:cNvPr>
          <p:cNvSpPr/>
          <p:nvPr/>
        </p:nvSpPr>
        <p:spPr>
          <a:xfrm>
            <a:off x="3294989" y="3037841"/>
            <a:ext cx="2709467" cy="302311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Shared Services of QE &amp; TE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Integrated Quality Management System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QE &amp; TE Competency Development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Pragmatic Inspection &amp; Test Process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Specification-based Test Techniques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Defect Management &amp; Defect Prevention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Test Automation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F82304-39EC-E31B-4C15-73BE95A748C8}"/>
              </a:ext>
            </a:extLst>
          </p:cNvPr>
          <p:cNvSpPr/>
          <p:nvPr/>
        </p:nvSpPr>
        <p:spPr>
          <a:xfrm>
            <a:off x="6187543" y="3037841"/>
            <a:ext cx="2709467" cy="302311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Process Diagnostics (Gap analysis)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Process Improvement Strategic Planning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Model-based Process development &amp; deployment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Focused (in-depth) process solutions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Organization Process Execution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Process Automation</a:t>
            </a:r>
          </a:p>
          <a:p>
            <a:pPr marL="180975" marR="0" lvl="0" indent="-1809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Organizational Culture Transition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E7EE9B-A819-59AC-BC71-17AB9C56B348}"/>
              </a:ext>
            </a:extLst>
          </p:cNvPr>
          <p:cNvSpPr/>
          <p:nvPr/>
        </p:nvSpPr>
        <p:spPr>
          <a:xfrm>
            <a:off x="9080097" y="3037841"/>
            <a:ext cx="2709467" cy="302311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180975" marR="0" lvl="0" indent="-180975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ITSCOPE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™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- Smart</a:t>
            </a:r>
          </a:p>
          <a:p>
            <a:pPr marL="180975" marR="0" lvl="0" indent="-180975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ITSCOPE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™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- Basic</a:t>
            </a:r>
          </a:p>
          <a:p>
            <a:pPr marL="180975" marR="0" lvl="0" indent="-180975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ITSCOPE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™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- PMO</a:t>
            </a:r>
          </a:p>
          <a:p>
            <a:pPr marL="180975" marR="0" lvl="0" indent="-180975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ITSCOPE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™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GOV"/>
                <a:ea typeface="Pretendard GOV"/>
                <a:cs typeface="+mn-cs"/>
              </a:rPr>
              <a:t>- Planner</a:t>
            </a:r>
          </a:p>
        </p:txBody>
      </p:sp>
      <p:sp>
        <p:nvSpPr>
          <p:cNvPr id="69" name="내용 개체 틀 3">
            <a:extLst>
              <a:ext uri="{FF2B5EF4-FFF2-40B4-BE49-F238E27FC236}">
                <a16:creationId xmlns:a16="http://schemas.microsoft.com/office/drawing/2014/main" id="{B437548B-792E-1349-C322-2DFBDF3A0FF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1643" y="945322"/>
            <a:ext cx="11387132" cy="5371342"/>
          </a:xfrm>
        </p:spPr>
        <p:txBody>
          <a:bodyPr>
            <a:normAutofit/>
          </a:bodyPr>
          <a:lstStyle/>
          <a:p>
            <a:r>
              <a:rPr lang="ko-KR" altLang="en-US" dirty="0"/>
              <a:t>솔루션링크는 소프트웨어 품질 및 생산성 향상을 위해 세가지 측면의 체계적인 컨설팅</a:t>
            </a:r>
            <a:r>
              <a:rPr lang="en-US" altLang="ko-KR" dirty="0"/>
              <a:t>/</a:t>
            </a:r>
            <a:r>
              <a:rPr lang="ko-KR" altLang="en-US" dirty="0"/>
              <a:t>개발 서비스와</a:t>
            </a:r>
            <a:r>
              <a:rPr lang="en-US" altLang="ko-KR" dirty="0"/>
              <a:t>,</a:t>
            </a:r>
            <a:r>
              <a:rPr lang="ko-KR" altLang="en-US" dirty="0"/>
              <a:t> 이를 지원하는 자동화 솔루션을 제공하고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25" name="사각형: 잘린 한쪽 모서리 24">
            <a:extLst>
              <a:ext uri="{FF2B5EF4-FFF2-40B4-BE49-F238E27FC236}">
                <a16:creationId xmlns:a16="http://schemas.microsoft.com/office/drawing/2014/main" id="{531DB354-2AA6-898A-FA6D-5747B5835280}"/>
              </a:ext>
            </a:extLst>
          </p:cNvPr>
          <p:cNvSpPr/>
          <p:nvPr/>
        </p:nvSpPr>
        <p:spPr>
          <a:xfrm>
            <a:off x="402435" y="2382519"/>
            <a:ext cx="2709467" cy="655321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6"/>
                </a:solidFill>
                <a:latin typeface="+mj-ea"/>
                <a:ea typeface="+mj-ea"/>
              </a:rPr>
              <a:t>개발 역량 강화</a:t>
            </a:r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42067F1F-12C5-8842-7459-BC96383FC069}"/>
              </a:ext>
            </a:extLst>
          </p:cNvPr>
          <p:cNvSpPr/>
          <p:nvPr/>
        </p:nvSpPr>
        <p:spPr>
          <a:xfrm>
            <a:off x="3294989" y="2382519"/>
            <a:ext cx="2709467" cy="655321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accent6"/>
                </a:solidFill>
                <a:latin typeface="+mj-ea"/>
                <a:ea typeface="+mj-ea"/>
              </a:rPr>
              <a:t>SW </a:t>
            </a:r>
            <a:r>
              <a:rPr lang="ko-KR" altLang="en-US" sz="1400" dirty="0">
                <a:solidFill>
                  <a:schemeClr val="accent6"/>
                </a:solidFill>
                <a:latin typeface="+mj-ea"/>
                <a:ea typeface="+mj-ea"/>
              </a:rPr>
              <a:t>품질 역량 강화</a:t>
            </a:r>
          </a:p>
        </p:txBody>
      </p:sp>
      <p:sp>
        <p:nvSpPr>
          <p:cNvPr id="52" name="사각형: 잘린 한쪽 모서리 51">
            <a:extLst>
              <a:ext uri="{FF2B5EF4-FFF2-40B4-BE49-F238E27FC236}">
                <a16:creationId xmlns:a16="http://schemas.microsoft.com/office/drawing/2014/main" id="{5CAA970B-4EE4-A0F5-C3A8-1273F9FB5D35}"/>
              </a:ext>
            </a:extLst>
          </p:cNvPr>
          <p:cNvSpPr/>
          <p:nvPr/>
        </p:nvSpPr>
        <p:spPr>
          <a:xfrm>
            <a:off x="6187543" y="2382519"/>
            <a:ext cx="2709467" cy="655321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6"/>
                </a:solidFill>
                <a:latin typeface="+mj-ea"/>
                <a:ea typeface="+mj-ea"/>
              </a:rPr>
              <a:t>프로세스 역량 강화</a:t>
            </a:r>
          </a:p>
        </p:txBody>
      </p:sp>
      <p:sp>
        <p:nvSpPr>
          <p:cNvPr id="59" name="사각형: 잘린 한쪽 모서리 58">
            <a:extLst>
              <a:ext uri="{FF2B5EF4-FFF2-40B4-BE49-F238E27FC236}">
                <a16:creationId xmlns:a16="http://schemas.microsoft.com/office/drawing/2014/main" id="{8FDB06EE-2ED5-E6D5-BF8D-27A916E3AF8D}"/>
              </a:ext>
            </a:extLst>
          </p:cNvPr>
          <p:cNvSpPr/>
          <p:nvPr/>
        </p:nvSpPr>
        <p:spPr>
          <a:xfrm>
            <a:off x="9080097" y="2382519"/>
            <a:ext cx="2709467" cy="655321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6"/>
                </a:solidFill>
                <a:latin typeface="+mj-ea"/>
                <a:ea typeface="+mj-ea"/>
              </a:rPr>
              <a:t>솔루션</a:t>
            </a:r>
          </a:p>
        </p:txBody>
      </p:sp>
      <p:pic>
        <p:nvPicPr>
          <p:cNvPr id="4" name="그래픽 3" descr="순서도 단색으로 채워진">
            <a:extLst>
              <a:ext uri="{FF2B5EF4-FFF2-40B4-BE49-F238E27FC236}">
                <a16:creationId xmlns:a16="http://schemas.microsoft.com/office/drawing/2014/main" id="{0D213577-0397-3894-29B5-DCA641A6E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64770" y="4540252"/>
            <a:ext cx="1526783" cy="1526783"/>
          </a:xfrm>
          <a:prstGeom prst="rect">
            <a:avLst/>
          </a:prstGeom>
        </p:spPr>
      </p:pic>
      <p:pic>
        <p:nvPicPr>
          <p:cNvPr id="6" name="그래픽 5" descr="워크플로 단색으로 채워진">
            <a:extLst>
              <a:ext uri="{FF2B5EF4-FFF2-40B4-BE49-F238E27FC236}">
                <a16:creationId xmlns:a16="http://schemas.microsoft.com/office/drawing/2014/main" id="{F930BDF5-F2BE-BCF0-0310-D10088C5C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7843" y="4540252"/>
            <a:ext cx="1526783" cy="1526783"/>
          </a:xfrm>
          <a:prstGeom prst="rect">
            <a:avLst/>
          </a:prstGeom>
        </p:spPr>
      </p:pic>
      <p:pic>
        <p:nvPicPr>
          <p:cNvPr id="8" name="그래픽 7" descr="클립보드 배지 단색으로 채워진">
            <a:extLst>
              <a:ext uri="{FF2B5EF4-FFF2-40B4-BE49-F238E27FC236}">
                <a16:creationId xmlns:a16="http://schemas.microsoft.com/office/drawing/2014/main" id="{9CDFCE73-AE5A-F496-4311-A804FA073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0699" y="4540252"/>
            <a:ext cx="1526783" cy="1526783"/>
          </a:xfrm>
          <a:prstGeom prst="rect">
            <a:avLst/>
          </a:prstGeom>
        </p:spPr>
      </p:pic>
      <p:pic>
        <p:nvPicPr>
          <p:cNvPr id="10" name="그래픽 9" descr="CMD 터미널 단색으로 채워진">
            <a:extLst>
              <a:ext uri="{FF2B5EF4-FFF2-40B4-BE49-F238E27FC236}">
                <a16:creationId xmlns:a16="http://schemas.microsoft.com/office/drawing/2014/main" id="{39CCA1AD-A7F8-4E4C-45DF-33228A3D2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5118" y="4540252"/>
            <a:ext cx="1526783" cy="1526783"/>
          </a:xfrm>
          <a:prstGeom prst="rect">
            <a:avLst/>
          </a:prstGeom>
        </p:spPr>
      </p:pic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213C3B7A-101C-D697-5699-A6071932226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46080" y="6411331"/>
            <a:ext cx="1243486" cy="216000"/>
          </a:xfrm>
        </p:spPr>
        <p:txBody>
          <a:bodyPr/>
          <a:lstStyle/>
          <a:p>
            <a:fld id="{20E68349-8524-4E2E-AA4C-9351CB1FD3E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FC07B1A-1B76-B2CA-4FBB-BEC703B7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5" y="378295"/>
            <a:ext cx="8709592" cy="434974"/>
          </a:xfrm>
        </p:spPr>
        <p:txBody>
          <a:bodyPr vert="horz" lIns="89533" tIns="44767" rIns="89533" bIns="44767" rtlCol="0" anchor="ctr">
            <a:no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주요 사업내용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907793D6-008F-62C1-21ED-1605D7CBC8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2027" y="378295"/>
            <a:ext cx="2677537" cy="434974"/>
          </a:xfrm>
        </p:spPr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주요 사업 내용</a:t>
            </a:r>
          </a:p>
        </p:txBody>
      </p:sp>
    </p:spTree>
    <p:extLst>
      <p:ext uri="{BB962C8B-B14F-4D97-AF65-F5344CB8AC3E}">
        <p14:creationId xmlns:p14="http://schemas.microsoft.com/office/powerpoint/2010/main" val="2759177150"/>
      </p:ext>
    </p:extLst>
  </p:cSld>
  <p:clrMapOvr>
    <a:masterClrMapping/>
  </p:clrMapOvr>
  <p:transition spd="slow">
    <p:strip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95ED8C-1A8B-4832-874C-84238D87969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46080" y="6411331"/>
            <a:ext cx="1243486" cy="216000"/>
          </a:xfrm>
        </p:spPr>
        <p:txBody>
          <a:bodyPr/>
          <a:lstStyle/>
          <a:p>
            <a:fld id="{20E68349-8524-4E2E-AA4C-9351CB1FD3E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402435" y="378295"/>
            <a:ext cx="8709592" cy="434974"/>
          </a:xfrm>
        </p:spPr>
        <p:txBody>
          <a:bodyPr vert="horz" lIns="89533" tIns="44767" rIns="89533" bIns="44767" rtlCol="0" anchor="ctr">
            <a:no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컨설팅 서비스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sz="quarter" idx="18"/>
          </p:nvPr>
        </p:nvSpPr>
        <p:spPr>
          <a:xfrm>
            <a:off x="401643" y="945322"/>
            <a:ext cx="11387132" cy="5371342"/>
          </a:xfrm>
        </p:spPr>
        <p:txBody>
          <a:bodyPr>
            <a:normAutofit/>
          </a:bodyPr>
          <a:lstStyle/>
          <a:p>
            <a:r>
              <a:rPr lang="ko-KR" altLang="en-US" dirty="0"/>
              <a:t>요구사항 표준화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B6CD7-5C5A-C901-457C-C69DC23D35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2027" y="378295"/>
            <a:ext cx="2677537" cy="434974"/>
          </a:xfrm>
        </p:spPr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컨설팅 서비스</a:t>
            </a:r>
          </a:p>
        </p:txBody>
      </p:sp>
      <p:grpSp>
        <p:nvGrpSpPr>
          <p:cNvPr id="16424" name="Group 184"/>
          <p:cNvGrpSpPr>
            <a:grpSpLocks/>
          </p:cNvGrpSpPr>
          <p:nvPr/>
        </p:nvGrpSpPr>
        <p:grpSpPr bwMode="auto">
          <a:xfrm>
            <a:off x="1940327" y="1939997"/>
            <a:ext cx="1750248" cy="1762682"/>
            <a:chOff x="342" y="1366"/>
            <a:chExt cx="1126" cy="1134"/>
          </a:xfrm>
        </p:grpSpPr>
        <p:sp>
          <p:nvSpPr>
            <p:cNvPr id="16512" name="AutoShape 14"/>
            <p:cNvSpPr>
              <a:spLocks noChangeArrowheads="1"/>
            </p:cNvSpPr>
            <p:nvPr/>
          </p:nvSpPr>
          <p:spPr bwMode="auto">
            <a:xfrm>
              <a:off x="373" y="2309"/>
              <a:ext cx="374" cy="164"/>
            </a:xfrm>
            <a:prstGeom prst="roundRect">
              <a:avLst>
                <a:gd name="adj" fmla="val 11690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2874" tIns="35249" rIns="52874" bIns="35249" anchor="ctr"/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81" b="1" dirty="0">
                  <a:solidFill>
                    <a:srgbClr val="EAEAEA"/>
                  </a:solidFill>
                  <a:latin typeface="+mn-ea"/>
                </a:rPr>
                <a:t>Product</a:t>
              </a:r>
            </a:p>
          </p:txBody>
        </p:sp>
        <p:sp>
          <p:nvSpPr>
            <p:cNvPr id="16513" name="AutoShape 15"/>
            <p:cNvSpPr>
              <a:spLocks noChangeArrowheads="1"/>
            </p:cNvSpPr>
            <p:nvPr/>
          </p:nvSpPr>
          <p:spPr bwMode="gray">
            <a:xfrm>
              <a:off x="342" y="1366"/>
              <a:ext cx="1126" cy="1134"/>
            </a:xfrm>
            <a:prstGeom prst="foldedCorner">
              <a:avLst>
                <a:gd name="adj" fmla="val 6481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rgbClr val="006600"/>
              </a:outerShdw>
            </a:effectLst>
          </p:spPr>
          <p:txBody>
            <a:bodyPr wrap="none" lIns="35249" tIns="35249" rIns="35249" bIns="35249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14" name="Rectangle 17"/>
            <p:cNvSpPr>
              <a:spLocks noChangeArrowheads="1"/>
            </p:cNvSpPr>
            <p:nvPr/>
          </p:nvSpPr>
          <p:spPr bwMode="auto">
            <a:xfrm>
              <a:off x="379" y="2330"/>
              <a:ext cx="87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r>
                <a:rPr kumimoji="1" lang="en-US" altLang="ko-KR" sz="635" b="1" dirty="0">
                  <a:solidFill>
                    <a:srgbClr val="000000"/>
                  </a:solidFill>
                  <a:latin typeface="+mn-ea"/>
                </a:rPr>
                <a:t> 3.4 Hardware Requirements</a:t>
              </a:r>
              <a:endParaRPr kumimoji="1" lang="ko-KR" altLang="en-US" sz="635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15" name="Rectangle 18"/>
            <p:cNvSpPr>
              <a:spLocks noChangeArrowheads="1"/>
            </p:cNvSpPr>
            <p:nvPr/>
          </p:nvSpPr>
          <p:spPr bwMode="auto">
            <a:xfrm>
              <a:off x="379" y="2181"/>
              <a:ext cx="87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r>
                <a:rPr kumimoji="1" lang="en-US" altLang="ko-KR" sz="635" b="1" dirty="0">
                  <a:solidFill>
                    <a:srgbClr val="000000"/>
                  </a:solidFill>
                  <a:latin typeface="+mn-ea"/>
                </a:rPr>
                <a:t> 3.3 Application Requirements</a:t>
              </a:r>
              <a:endParaRPr kumimoji="1" lang="ko-KR" altLang="en-US" sz="635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16" name="Rectangle 19"/>
            <p:cNvSpPr>
              <a:spLocks noChangeArrowheads="1"/>
            </p:cNvSpPr>
            <p:nvPr/>
          </p:nvSpPr>
          <p:spPr bwMode="auto">
            <a:xfrm>
              <a:off x="379" y="2084"/>
              <a:ext cx="87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r>
                <a:rPr kumimoji="1" lang="en-US" altLang="ko-KR" sz="635" b="1" dirty="0">
                  <a:solidFill>
                    <a:srgbClr val="000000"/>
                  </a:solidFill>
                  <a:latin typeface="+mn-ea"/>
                </a:rPr>
                <a:t> 3.2 Standards Requirements</a:t>
              </a:r>
              <a:endParaRPr kumimoji="1" lang="ko-KR" altLang="en-US" sz="635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17" name="Rectangle 20"/>
            <p:cNvSpPr>
              <a:spLocks noChangeArrowheads="1"/>
            </p:cNvSpPr>
            <p:nvPr/>
          </p:nvSpPr>
          <p:spPr bwMode="auto">
            <a:xfrm>
              <a:off x="379" y="1988"/>
              <a:ext cx="87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r>
                <a:rPr kumimoji="1" lang="ko-KR" altLang="en-US" sz="635" b="1" dirty="0">
                  <a:solidFill>
                    <a:srgbClr val="000000"/>
                  </a:solidFill>
                  <a:latin typeface="+mn-ea"/>
                </a:rPr>
                <a:t> </a:t>
              </a:r>
              <a:r>
                <a:rPr kumimoji="1" lang="en-US" altLang="ko-KR" sz="635" b="1" dirty="0">
                  <a:solidFill>
                    <a:srgbClr val="000000"/>
                  </a:solidFill>
                  <a:latin typeface="+mn-ea"/>
                </a:rPr>
                <a:t>3.1 3Functional Requirements</a:t>
              </a:r>
            </a:p>
          </p:txBody>
        </p:sp>
        <p:sp>
          <p:nvSpPr>
            <p:cNvPr id="16518" name="Rectangle 21"/>
            <p:cNvSpPr>
              <a:spLocks noChangeArrowheads="1"/>
            </p:cNvSpPr>
            <p:nvPr/>
          </p:nvSpPr>
          <p:spPr bwMode="auto">
            <a:xfrm>
              <a:off x="379" y="1890"/>
              <a:ext cx="879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r>
                <a:rPr kumimoji="1" lang="en-US" altLang="ko-KR" sz="635" b="1" dirty="0">
                  <a:solidFill>
                    <a:srgbClr val="000000"/>
                  </a:solidFill>
                  <a:latin typeface="+mn-ea"/>
                </a:rPr>
                <a:t>3. Service Requirements</a:t>
              </a:r>
              <a:endParaRPr kumimoji="1" lang="ko-KR" altLang="en-US" sz="635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19" name="Rectangle 22"/>
            <p:cNvSpPr>
              <a:spLocks noChangeArrowheads="1"/>
            </p:cNvSpPr>
            <p:nvPr/>
          </p:nvSpPr>
          <p:spPr bwMode="auto">
            <a:xfrm>
              <a:off x="379" y="1793"/>
              <a:ext cx="87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r>
                <a:rPr kumimoji="1" lang="en-US" altLang="ko-KR" sz="635" b="1" dirty="0">
                  <a:solidFill>
                    <a:srgbClr val="000000"/>
                  </a:solidFill>
                  <a:latin typeface="+mn-ea"/>
                </a:rPr>
                <a:t> 2.2 Major Capabilities</a:t>
              </a:r>
              <a:endParaRPr kumimoji="1" lang="ko-KR" altLang="en-US" sz="635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20" name="Rectangle 23"/>
            <p:cNvSpPr>
              <a:spLocks noChangeArrowheads="1"/>
            </p:cNvSpPr>
            <p:nvPr/>
          </p:nvSpPr>
          <p:spPr bwMode="auto">
            <a:xfrm>
              <a:off x="379" y="1696"/>
              <a:ext cx="87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r>
                <a:rPr kumimoji="1" lang="ko-KR" altLang="en-US" sz="635" b="1" dirty="0">
                  <a:solidFill>
                    <a:srgbClr val="000000"/>
                  </a:solidFill>
                  <a:latin typeface="+mn-ea"/>
                </a:rPr>
                <a:t> </a:t>
              </a:r>
              <a:r>
                <a:rPr kumimoji="1" lang="en-US" altLang="ko-KR" sz="635" b="1" dirty="0">
                  <a:solidFill>
                    <a:srgbClr val="000000"/>
                  </a:solidFill>
                  <a:latin typeface="+mn-ea"/>
                </a:rPr>
                <a:t>2.1  Context and Scope</a:t>
              </a:r>
            </a:p>
          </p:txBody>
        </p:sp>
        <p:sp>
          <p:nvSpPr>
            <p:cNvPr id="16521" name="Rectangle 24"/>
            <p:cNvSpPr>
              <a:spLocks noChangeArrowheads="1"/>
            </p:cNvSpPr>
            <p:nvPr/>
          </p:nvSpPr>
          <p:spPr bwMode="auto">
            <a:xfrm>
              <a:off x="379" y="1599"/>
              <a:ext cx="87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r>
                <a:rPr kumimoji="1" lang="en-US" altLang="ko-KR" sz="635" b="1" dirty="0">
                  <a:solidFill>
                    <a:srgbClr val="000000"/>
                  </a:solidFill>
                  <a:latin typeface="+mn-ea"/>
                </a:rPr>
                <a:t>2. OVERALL DESCRIPTION</a:t>
              </a:r>
              <a:endParaRPr kumimoji="1" lang="ko-KR" altLang="en-US" sz="635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22" name="Rectangle 25"/>
            <p:cNvSpPr>
              <a:spLocks noChangeArrowheads="1"/>
            </p:cNvSpPr>
            <p:nvPr/>
          </p:nvSpPr>
          <p:spPr bwMode="auto">
            <a:xfrm>
              <a:off x="379" y="1486"/>
              <a:ext cx="879" cy="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r>
                <a:rPr kumimoji="1" lang="en-US" altLang="en-US" sz="635" b="1" dirty="0">
                  <a:solidFill>
                    <a:srgbClr val="000000"/>
                  </a:solidFill>
                  <a:latin typeface="+mn-ea"/>
                </a:rPr>
                <a:t>1. Introduction</a:t>
              </a:r>
              <a:endParaRPr kumimoji="1" lang="ko-KR" altLang="en-US" sz="635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23" name="Rectangle 26"/>
            <p:cNvSpPr>
              <a:spLocks noChangeArrowheads="1"/>
            </p:cNvSpPr>
            <p:nvPr/>
          </p:nvSpPr>
          <p:spPr bwMode="auto">
            <a:xfrm>
              <a:off x="379" y="1387"/>
              <a:ext cx="879" cy="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r>
                <a:rPr kumimoji="1" lang="en-US" altLang="ko-KR" sz="783" dirty="0">
                  <a:solidFill>
                    <a:srgbClr val="000000"/>
                  </a:solidFill>
                  <a:latin typeface="+mn-ea"/>
                </a:rPr>
                <a:t>XXX </a:t>
              </a:r>
              <a:r>
                <a:rPr kumimoji="1" lang="ko-KR" altLang="en-US" sz="783" dirty="0">
                  <a:solidFill>
                    <a:srgbClr val="000000"/>
                  </a:solidFill>
                  <a:latin typeface="+mn-ea"/>
                </a:rPr>
                <a:t>규격서</a:t>
              </a:r>
            </a:p>
          </p:txBody>
        </p:sp>
        <p:sp>
          <p:nvSpPr>
            <p:cNvPr id="16524" name="Rectangle 27"/>
            <p:cNvSpPr>
              <a:spLocks noChangeArrowheads="1"/>
            </p:cNvSpPr>
            <p:nvPr/>
          </p:nvSpPr>
          <p:spPr bwMode="auto">
            <a:xfrm>
              <a:off x="1258" y="2181"/>
              <a:ext cx="170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endParaRPr kumimoji="1" lang="ko-KR" altLang="en-US" sz="783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25" name="Rectangle 28"/>
            <p:cNvSpPr>
              <a:spLocks noChangeArrowheads="1"/>
            </p:cNvSpPr>
            <p:nvPr/>
          </p:nvSpPr>
          <p:spPr bwMode="auto">
            <a:xfrm>
              <a:off x="1258" y="2084"/>
              <a:ext cx="17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endParaRPr kumimoji="1" lang="ko-KR" altLang="en-US" sz="783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26" name="Rectangle 29"/>
            <p:cNvSpPr>
              <a:spLocks noChangeArrowheads="1"/>
            </p:cNvSpPr>
            <p:nvPr/>
          </p:nvSpPr>
          <p:spPr bwMode="auto">
            <a:xfrm>
              <a:off x="1258" y="2330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endParaRPr kumimoji="1" lang="ko-KR" altLang="en-US" sz="783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27" name="Rectangle 30"/>
            <p:cNvSpPr>
              <a:spLocks noChangeArrowheads="1"/>
            </p:cNvSpPr>
            <p:nvPr/>
          </p:nvSpPr>
          <p:spPr bwMode="auto">
            <a:xfrm>
              <a:off x="1258" y="1387"/>
              <a:ext cx="170" cy="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endParaRPr kumimoji="1" lang="ko-KR" altLang="en-US" sz="783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28" name="Rectangle 31"/>
            <p:cNvSpPr>
              <a:spLocks noChangeArrowheads="1"/>
            </p:cNvSpPr>
            <p:nvPr/>
          </p:nvSpPr>
          <p:spPr bwMode="auto">
            <a:xfrm>
              <a:off x="1258" y="1988"/>
              <a:ext cx="17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endParaRPr kumimoji="1" lang="ko-KR" altLang="en-US" sz="783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29" name="Rectangle 32"/>
            <p:cNvSpPr>
              <a:spLocks noChangeArrowheads="1"/>
            </p:cNvSpPr>
            <p:nvPr/>
          </p:nvSpPr>
          <p:spPr bwMode="auto">
            <a:xfrm>
              <a:off x="1258" y="1793"/>
              <a:ext cx="17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endParaRPr kumimoji="1" lang="ko-KR" altLang="en-US" sz="783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30" name="Rectangle 33"/>
            <p:cNvSpPr>
              <a:spLocks noChangeArrowheads="1"/>
            </p:cNvSpPr>
            <p:nvPr/>
          </p:nvSpPr>
          <p:spPr bwMode="auto">
            <a:xfrm>
              <a:off x="1258" y="1599"/>
              <a:ext cx="17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endParaRPr kumimoji="1" lang="ko-KR" altLang="en-US" sz="783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31" name="Rectangle 34"/>
            <p:cNvSpPr>
              <a:spLocks noChangeArrowheads="1"/>
            </p:cNvSpPr>
            <p:nvPr/>
          </p:nvSpPr>
          <p:spPr bwMode="auto">
            <a:xfrm>
              <a:off x="1258" y="1696"/>
              <a:ext cx="17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endParaRPr kumimoji="1" lang="ko-KR" altLang="en-US" sz="783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32" name="Rectangle 35"/>
            <p:cNvSpPr>
              <a:spLocks noChangeArrowheads="1"/>
            </p:cNvSpPr>
            <p:nvPr/>
          </p:nvSpPr>
          <p:spPr bwMode="auto">
            <a:xfrm>
              <a:off x="1258" y="1890"/>
              <a:ext cx="170" cy="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endParaRPr kumimoji="1" lang="ko-KR" altLang="en-US" sz="783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33" name="Rectangle 36"/>
            <p:cNvSpPr>
              <a:spLocks noChangeArrowheads="1"/>
            </p:cNvSpPr>
            <p:nvPr/>
          </p:nvSpPr>
          <p:spPr bwMode="auto">
            <a:xfrm>
              <a:off x="1258" y="1486"/>
              <a:ext cx="170" cy="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249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Pretendard GOV" pitchFamily="18" charset="-127"/>
                <a:buNone/>
              </a:pPr>
              <a:endParaRPr kumimoji="1" lang="ko-KR" altLang="en-US" sz="783" b="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34" name="Line 37"/>
            <p:cNvSpPr>
              <a:spLocks noChangeShapeType="1"/>
            </p:cNvSpPr>
            <p:nvPr/>
          </p:nvSpPr>
          <p:spPr bwMode="auto">
            <a:xfrm>
              <a:off x="379" y="1387"/>
              <a:ext cx="1049" cy="0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35" name="Line 38"/>
            <p:cNvSpPr>
              <a:spLocks noChangeShapeType="1"/>
            </p:cNvSpPr>
            <p:nvPr/>
          </p:nvSpPr>
          <p:spPr bwMode="auto">
            <a:xfrm>
              <a:off x="379" y="2426"/>
              <a:ext cx="1049" cy="0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36" name="Line 39"/>
            <p:cNvSpPr>
              <a:spLocks noChangeShapeType="1"/>
            </p:cNvSpPr>
            <p:nvPr/>
          </p:nvSpPr>
          <p:spPr bwMode="auto">
            <a:xfrm>
              <a:off x="379" y="1486"/>
              <a:ext cx="1049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37" name="Line 40"/>
            <p:cNvSpPr>
              <a:spLocks noChangeShapeType="1"/>
            </p:cNvSpPr>
            <p:nvPr/>
          </p:nvSpPr>
          <p:spPr bwMode="auto">
            <a:xfrm>
              <a:off x="379" y="1387"/>
              <a:ext cx="0" cy="9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38" name="Line 41"/>
            <p:cNvSpPr>
              <a:spLocks noChangeShapeType="1"/>
            </p:cNvSpPr>
            <p:nvPr/>
          </p:nvSpPr>
          <p:spPr bwMode="auto">
            <a:xfrm>
              <a:off x="1428" y="1387"/>
              <a:ext cx="0" cy="9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39" name="Line 42"/>
            <p:cNvSpPr>
              <a:spLocks noChangeShapeType="1"/>
            </p:cNvSpPr>
            <p:nvPr/>
          </p:nvSpPr>
          <p:spPr bwMode="auto">
            <a:xfrm>
              <a:off x="379" y="1599"/>
              <a:ext cx="1049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40" name="Line 43"/>
            <p:cNvSpPr>
              <a:spLocks noChangeShapeType="1"/>
            </p:cNvSpPr>
            <p:nvPr/>
          </p:nvSpPr>
          <p:spPr bwMode="auto">
            <a:xfrm>
              <a:off x="379" y="1793"/>
              <a:ext cx="1049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41" name="Line 44"/>
            <p:cNvSpPr>
              <a:spLocks noChangeShapeType="1"/>
            </p:cNvSpPr>
            <p:nvPr/>
          </p:nvSpPr>
          <p:spPr bwMode="auto">
            <a:xfrm>
              <a:off x="379" y="1988"/>
              <a:ext cx="1049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42" name="Line 45"/>
            <p:cNvSpPr>
              <a:spLocks noChangeShapeType="1"/>
            </p:cNvSpPr>
            <p:nvPr/>
          </p:nvSpPr>
          <p:spPr bwMode="auto">
            <a:xfrm>
              <a:off x="379" y="1696"/>
              <a:ext cx="1049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43" name="Line 46"/>
            <p:cNvSpPr>
              <a:spLocks noChangeShapeType="1"/>
            </p:cNvSpPr>
            <p:nvPr/>
          </p:nvSpPr>
          <p:spPr bwMode="auto">
            <a:xfrm>
              <a:off x="379" y="2084"/>
              <a:ext cx="1049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44" name="Line 47"/>
            <p:cNvSpPr>
              <a:spLocks noChangeShapeType="1"/>
            </p:cNvSpPr>
            <p:nvPr/>
          </p:nvSpPr>
          <p:spPr bwMode="auto">
            <a:xfrm>
              <a:off x="379" y="2181"/>
              <a:ext cx="1049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45" name="Line 48"/>
            <p:cNvSpPr>
              <a:spLocks noChangeShapeType="1"/>
            </p:cNvSpPr>
            <p:nvPr/>
          </p:nvSpPr>
          <p:spPr bwMode="auto">
            <a:xfrm>
              <a:off x="379" y="2330"/>
              <a:ext cx="1049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46" name="Line 49"/>
            <p:cNvSpPr>
              <a:spLocks noChangeShapeType="1"/>
            </p:cNvSpPr>
            <p:nvPr/>
          </p:nvSpPr>
          <p:spPr bwMode="auto">
            <a:xfrm>
              <a:off x="379" y="1890"/>
              <a:ext cx="1049" cy="0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47" name="Line 50"/>
            <p:cNvSpPr>
              <a:spLocks noChangeShapeType="1"/>
            </p:cNvSpPr>
            <p:nvPr/>
          </p:nvSpPr>
          <p:spPr bwMode="auto">
            <a:xfrm>
              <a:off x="379" y="1486"/>
              <a:ext cx="0" cy="1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48" name="Line 51"/>
            <p:cNvSpPr>
              <a:spLocks noChangeShapeType="1"/>
            </p:cNvSpPr>
            <p:nvPr/>
          </p:nvSpPr>
          <p:spPr bwMode="auto">
            <a:xfrm>
              <a:off x="1428" y="1486"/>
              <a:ext cx="0" cy="1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49" name="Line 52"/>
            <p:cNvSpPr>
              <a:spLocks noChangeShapeType="1"/>
            </p:cNvSpPr>
            <p:nvPr/>
          </p:nvSpPr>
          <p:spPr bwMode="auto">
            <a:xfrm>
              <a:off x="379" y="1599"/>
              <a:ext cx="0" cy="9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50" name="Line 53"/>
            <p:cNvSpPr>
              <a:spLocks noChangeShapeType="1"/>
            </p:cNvSpPr>
            <p:nvPr/>
          </p:nvSpPr>
          <p:spPr bwMode="auto">
            <a:xfrm>
              <a:off x="1428" y="1599"/>
              <a:ext cx="0" cy="9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51" name="Line 54"/>
            <p:cNvSpPr>
              <a:spLocks noChangeShapeType="1"/>
            </p:cNvSpPr>
            <p:nvPr/>
          </p:nvSpPr>
          <p:spPr bwMode="auto">
            <a:xfrm>
              <a:off x="379" y="1696"/>
              <a:ext cx="0" cy="9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52" name="Line 55"/>
            <p:cNvSpPr>
              <a:spLocks noChangeShapeType="1"/>
            </p:cNvSpPr>
            <p:nvPr/>
          </p:nvSpPr>
          <p:spPr bwMode="auto">
            <a:xfrm>
              <a:off x="1428" y="1696"/>
              <a:ext cx="0" cy="9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53" name="Line 56"/>
            <p:cNvSpPr>
              <a:spLocks noChangeShapeType="1"/>
            </p:cNvSpPr>
            <p:nvPr/>
          </p:nvSpPr>
          <p:spPr bwMode="auto">
            <a:xfrm>
              <a:off x="379" y="1793"/>
              <a:ext cx="0" cy="9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54" name="Line 57"/>
            <p:cNvSpPr>
              <a:spLocks noChangeShapeType="1"/>
            </p:cNvSpPr>
            <p:nvPr/>
          </p:nvSpPr>
          <p:spPr bwMode="auto">
            <a:xfrm>
              <a:off x="1428" y="1793"/>
              <a:ext cx="0" cy="9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55" name="Line 58"/>
            <p:cNvSpPr>
              <a:spLocks noChangeShapeType="1"/>
            </p:cNvSpPr>
            <p:nvPr/>
          </p:nvSpPr>
          <p:spPr bwMode="auto">
            <a:xfrm>
              <a:off x="379" y="1890"/>
              <a:ext cx="0" cy="9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56" name="Line 59"/>
            <p:cNvSpPr>
              <a:spLocks noChangeShapeType="1"/>
            </p:cNvSpPr>
            <p:nvPr/>
          </p:nvSpPr>
          <p:spPr bwMode="auto">
            <a:xfrm>
              <a:off x="1428" y="1890"/>
              <a:ext cx="0" cy="9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57" name="Line 60"/>
            <p:cNvSpPr>
              <a:spLocks noChangeShapeType="1"/>
            </p:cNvSpPr>
            <p:nvPr/>
          </p:nvSpPr>
          <p:spPr bwMode="auto">
            <a:xfrm>
              <a:off x="379" y="1988"/>
              <a:ext cx="0" cy="9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58" name="Line 61"/>
            <p:cNvSpPr>
              <a:spLocks noChangeShapeType="1"/>
            </p:cNvSpPr>
            <p:nvPr/>
          </p:nvSpPr>
          <p:spPr bwMode="auto">
            <a:xfrm>
              <a:off x="1428" y="1988"/>
              <a:ext cx="0" cy="9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59" name="Line 62"/>
            <p:cNvSpPr>
              <a:spLocks noChangeShapeType="1"/>
            </p:cNvSpPr>
            <p:nvPr/>
          </p:nvSpPr>
          <p:spPr bwMode="auto">
            <a:xfrm>
              <a:off x="379" y="2084"/>
              <a:ext cx="0" cy="9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60" name="Line 63"/>
            <p:cNvSpPr>
              <a:spLocks noChangeShapeType="1"/>
            </p:cNvSpPr>
            <p:nvPr/>
          </p:nvSpPr>
          <p:spPr bwMode="auto">
            <a:xfrm>
              <a:off x="1428" y="2084"/>
              <a:ext cx="0" cy="9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61" name="Line 64"/>
            <p:cNvSpPr>
              <a:spLocks noChangeShapeType="1"/>
            </p:cNvSpPr>
            <p:nvPr/>
          </p:nvSpPr>
          <p:spPr bwMode="auto">
            <a:xfrm>
              <a:off x="379" y="2181"/>
              <a:ext cx="0" cy="14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62" name="Line 65"/>
            <p:cNvSpPr>
              <a:spLocks noChangeShapeType="1"/>
            </p:cNvSpPr>
            <p:nvPr/>
          </p:nvSpPr>
          <p:spPr bwMode="auto">
            <a:xfrm>
              <a:off x="1428" y="2181"/>
              <a:ext cx="0" cy="14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63" name="Line 66"/>
            <p:cNvSpPr>
              <a:spLocks noChangeShapeType="1"/>
            </p:cNvSpPr>
            <p:nvPr/>
          </p:nvSpPr>
          <p:spPr bwMode="auto">
            <a:xfrm>
              <a:off x="379" y="2330"/>
              <a:ext cx="0" cy="9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64" name="Line 67"/>
            <p:cNvSpPr>
              <a:spLocks noChangeShapeType="1"/>
            </p:cNvSpPr>
            <p:nvPr/>
          </p:nvSpPr>
          <p:spPr bwMode="auto">
            <a:xfrm>
              <a:off x="1428" y="2330"/>
              <a:ext cx="0" cy="9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35249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65" name="Rectangle 69"/>
            <p:cNvSpPr>
              <a:spLocks noChangeAspect="1" noChangeArrowheads="1"/>
            </p:cNvSpPr>
            <p:nvPr/>
          </p:nvSpPr>
          <p:spPr bwMode="auto">
            <a:xfrm>
              <a:off x="1286" y="1477"/>
              <a:ext cx="0" cy="13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66" name="Freeform 70"/>
            <p:cNvSpPr>
              <a:spLocks noChangeAspect="1"/>
            </p:cNvSpPr>
            <p:nvPr/>
          </p:nvSpPr>
          <p:spPr bwMode="auto">
            <a:xfrm>
              <a:off x="1289" y="1486"/>
              <a:ext cx="72" cy="89"/>
            </a:xfrm>
            <a:custGeom>
              <a:avLst/>
              <a:gdLst>
                <a:gd name="T0" fmla="*/ 0 w 543"/>
                <a:gd name="T1" fmla="*/ 0 h 503"/>
                <a:gd name="T2" fmla="*/ 0 w 543"/>
                <a:gd name="T3" fmla="*/ 0 h 503"/>
                <a:gd name="T4" fmla="*/ 0 w 543"/>
                <a:gd name="T5" fmla="*/ 0 h 503"/>
                <a:gd name="T6" fmla="*/ 0 w 543"/>
                <a:gd name="T7" fmla="*/ 0 h 503"/>
                <a:gd name="T8" fmla="*/ 0 w 543"/>
                <a:gd name="T9" fmla="*/ 0 h 503"/>
                <a:gd name="T10" fmla="*/ 0 w 543"/>
                <a:gd name="T11" fmla="*/ 0 h 503"/>
                <a:gd name="T12" fmla="*/ 0 w 543"/>
                <a:gd name="T13" fmla="*/ 0 h 503"/>
                <a:gd name="T14" fmla="*/ 0 w 543"/>
                <a:gd name="T15" fmla="*/ 0 h 503"/>
                <a:gd name="T16" fmla="*/ 0 w 543"/>
                <a:gd name="T17" fmla="*/ 0 h 503"/>
                <a:gd name="T18" fmla="*/ 0 w 543"/>
                <a:gd name="T19" fmla="*/ 0 h 503"/>
                <a:gd name="T20" fmla="*/ 0 w 543"/>
                <a:gd name="T21" fmla="*/ 0 h 503"/>
                <a:gd name="T22" fmla="*/ 0 w 543"/>
                <a:gd name="T23" fmla="*/ 0 h 503"/>
                <a:gd name="T24" fmla="*/ 0 w 543"/>
                <a:gd name="T25" fmla="*/ 0 h 503"/>
                <a:gd name="T26" fmla="*/ 0 w 543"/>
                <a:gd name="T27" fmla="*/ 0 h 503"/>
                <a:gd name="T28" fmla="*/ 0 w 543"/>
                <a:gd name="T29" fmla="*/ 0 h 503"/>
                <a:gd name="T30" fmla="*/ 0 w 543"/>
                <a:gd name="T31" fmla="*/ 0 h 503"/>
                <a:gd name="T32" fmla="*/ 0 w 543"/>
                <a:gd name="T33" fmla="*/ 0 h 503"/>
                <a:gd name="T34" fmla="*/ 0 w 543"/>
                <a:gd name="T35" fmla="*/ 0 h 503"/>
                <a:gd name="T36" fmla="*/ 0 w 543"/>
                <a:gd name="T37" fmla="*/ 0 h 503"/>
                <a:gd name="T38" fmla="*/ 0 w 543"/>
                <a:gd name="T39" fmla="*/ 0 h 503"/>
                <a:gd name="T40" fmla="*/ 0 w 543"/>
                <a:gd name="T41" fmla="*/ 0 h 503"/>
                <a:gd name="T42" fmla="*/ 0 w 543"/>
                <a:gd name="T43" fmla="*/ 0 h 503"/>
                <a:gd name="T44" fmla="*/ 0 w 543"/>
                <a:gd name="T45" fmla="*/ 0 h 503"/>
                <a:gd name="T46" fmla="*/ 0 w 543"/>
                <a:gd name="T47" fmla="*/ 0 h 503"/>
                <a:gd name="T48" fmla="*/ 0 w 543"/>
                <a:gd name="T49" fmla="*/ 0 h 503"/>
                <a:gd name="T50" fmla="*/ 0 w 543"/>
                <a:gd name="T51" fmla="*/ 0 h 503"/>
                <a:gd name="T52" fmla="*/ 0 w 543"/>
                <a:gd name="T53" fmla="*/ 0 h 503"/>
                <a:gd name="T54" fmla="*/ 0 w 543"/>
                <a:gd name="T55" fmla="*/ 0 h 503"/>
                <a:gd name="T56" fmla="*/ 0 w 543"/>
                <a:gd name="T57" fmla="*/ 0 h 503"/>
                <a:gd name="T58" fmla="*/ 0 w 543"/>
                <a:gd name="T59" fmla="*/ 0 h 503"/>
                <a:gd name="T60" fmla="*/ 0 w 543"/>
                <a:gd name="T61" fmla="*/ 0 h 503"/>
                <a:gd name="T62" fmla="*/ 0 w 543"/>
                <a:gd name="T63" fmla="*/ 0 h 503"/>
                <a:gd name="T64" fmla="*/ 0 w 543"/>
                <a:gd name="T65" fmla="*/ 0 h 503"/>
                <a:gd name="T66" fmla="*/ 0 w 543"/>
                <a:gd name="T67" fmla="*/ 0 h 503"/>
                <a:gd name="T68" fmla="*/ 0 w 543"/>
                <a:gd name="T69" fmla="*/ 0 h 503"/>
                <a:gd name="T70" fmla="*/ 0 w 543"/>
                <a:gd name="T71" fmla="*/ 0 h 503"/>
                <a:gd name="T72" fmla="*/ 0 w 543"/>
                <a:gd name="T73" fmla="*/ 0 h 503"/>
                <a:gd name="T74" fmla="*/ 0 w 543"/>
                <a:gd name="T75" fmla="*/ 0 h 503"/>
                <a:gd name="T76" fmla="*/ 0 w 543"/>
                <a:gd name="T77" fmla="*/ 0 h 503"/>
                <a:gd name="T78" fmla="*/ 0 w 543"/>
                <a:gd name="T79" fmla="*/ 0 h 503"/>
                <a:gd name="T80" fmla="*/ 0 w 543"/>
                <a:gd name="T81" fmla="*/ 0 h 503"/>
                <a:gd name="T82" fmla="*/ 0 w 543"/>
                <a:gd name="T83" fmla="*/ 0 h 503"/>
                <a:gd name="T84" fmla="*/ 0 w 543"/>
                <a:gd name="T85" fmla="*/ 0 h 503"/>
                <a:gd name="T86" fmla="*/ 0 w 543"/>
                <a:gd name="T87" fmla="*/ 0 h 503"/>
                <a:gd name="T88" fmla="*/ 0 w 543"/>
                <a:gd name="T89" fmla="*/ 0 h 503"/>
                <a:gd name="T90" fmla="*/ 0 w 543"/>
                <a:gd name="T91" fmla="*/ 0 h 503"/>
                <a:gd name="T92" fmla="*/ 0 w 543"/>
                <a:gd name="T93" fmla="*/ 0 h 503"/>
                <a:gd name="T94" fmla="*/ 0 w 543"/>
                <a:gd name="T95" fmla="*/ 0 h 503"/>
                <a:gd name="T96" fmla="*/ 0 w 543"/>
                <a:gd name="T97" fmla="*/ 0 h 503"/>
                <a:gd name="T98" fmla="*/ 0 w 543"/>
                <a:gd name="T99" fmla="*/ 0 h 503"/>
                <a:gd name="T100" fmla="*/ 0 w 543"/>
                <a:gd name="T101" fmla="*/ 0 h 503"/>
                <a:gd name="T102" fmla="*/ 0 w 543"/>
                <a:gd name="T103" fmla="*/ 0 h 503"/>
                <a:gd name="T104" fmla="*/ 0 w 543"/>
                <a:gd name="T105" fmla="*/ 0 h 503"/>
                <a:gd name="T106" fmla="*/ 0 w 543"/>
                <a:gd name="T107" fmla="*/ 0 h 503"/>
                <a:gd name="T108" fmla="*/ 0 w 543"/>
                <a:gd name="T109" fmla="*/ 0 h 503"/>
                <a:gd name="T110" fmla="*/ 0 w 543"/>
                <a:gd name="T111" fmla="*/ 0 h 503"/>
                <a:gd name="T112" fmla="*/ 0 w 543"/>
                <a:gd name="T113" fmla="*/ 0 h 503"/>
                <a:gd name="T114" fmla="*/ 0 w 543"/>
                <a:gd name="T115" fmla="*/ 0 h 503"/>
                <a:gd name="T116" fmla="*/ 0 w 543"/>
                <a:gd name="T117" fmla="*/ 0 h 503"/>
                <a:gd name="T118" fmla="*/ 0 w 543"/>
                <a:gd name="T119" fmla="*/ 0 h 50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3"/>
                <a:gd name="T181" fmla="*/ 0 h 503"/>
                <a:gd name="T182" fmla="*/ 543 w 543"/>
                <a:gd name="T183" fmla="*/ 503 h 50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3" h="503">
                  <a:moveTo>
                    <a:pt x="153" y="498"/>
                  </a:moveTo>
                  <a:lnTo>
                    <a:pt x="126" y="498"/>
                  </a:lnTo>
                  <a:lnTo>
                    <a:pt x="94" y="498"/>
                  </a:lnTo>
                  <a:lnTo>
                    <a:pt x="91" y="495"/>
                  </a:lnTo>
                  <a:lnTo>
                    <a:pt x="91" y="492"/>
                  </a:lnTo>
                  <a:lnTo>
                    <a:pt x="91" y="475"/>
                  </a:lnTo>
                  <a:lnTo>
                    <a:pt x="91" y="456"/>
                  </a:lnTo>
                  <a:lnTo>
                    <a:pt x="88" y="435"/>
                  </a:lnTo>
                  <a:lnTo>
                    <a:pt x="82" y="411"/>
                  </a:lnTo>
                  <a:lnTo>
                    <a:pt x="82" y="407"/>
                  </a:lnTo>
                  <a:lnTo>
                    <a:pt x="82" y="403"/>
                  </a:lnTo>
                  <a:lnTo>
                    <a:pt x="84" y="401"/>
                  </a:lnTo>
                  <a:lnTo>
                    <a:pt x="86" y="398"/>
                  </a:lnTo>
                  <a:lnTo>
                    <a:pt x="86" y="394"/>
                  </a:lnTo>
                  <a:lnTo>
                    <a:pt x="84" y="390"/>
                  </a:lnTo>
                  <a:lnTo>
                    <a:pt x="82" y="384"/>
                  </a:lnTo>
                  <a:lnTo>
                    <a:pt x="77" y="380"/>
                  </a:lnTo>
                  <a:lnTo>
                    <a:pt x="74" y="380"/>
                  </a:lnTo>
                  <a:lnTo>
                    <a:pt x="74" y="383"/>
                  </a:lnTo>
                  <a:lnTo>
                    <a:pt x="75" y="390"/>
                  </a:lnTo>
                  <a:lnTo>
                    <a:pt x="77" y="401"/>
                  </a:lnTo>
                  <a:lnTo>
                    <a:pt x="69" y="388"/>
                  </a:lnTo>
                  <a:lnTo>
                    <a:pt x="65" y="378"/>
                  </a:lnTo>
                  <a:lnTo>
                    <a:pt x="59" y="373"/>
                  </a:lnTo>
                  <a:lnTo>
                    <a:pt x="55" y="365"/>
                  </a:lnTo>
                  <a:lnTo>
                    <a:pt x="62" y="364"/>
                  </a:lnTo>
                  <a:lnTo>
                    <a:pt x="59" y="355"/>
                  </a:lnTo>
                  <a:lnTo>
                    <a:pt x="55" y="346"/>
                  </a:lnTo>
                  <a:lnTo>
                    <a:pt x="51" y="338"/>
                  </a:lnTo>
                  <a:lnTo>
                    <a:pt x="46" y="330"/>
                  </a:lnTo>
                  <a:lnTo>
                    <a:pt x="39" y="324"/>
                  </a:lnTo>
                  <a:lnTo>
                    <a:pt x="33" y="321"/>
                  </a:lnTo>
                  <a:lnTo>
                    <a:pt x="30" y="320"/>
                  </a:lnTo>
                  <a:lnTo>
                    <a:pt x="27" y="319"/>
                  </a:lnTo>
                  <a:lnTo>
                    <a:pt x="9" y="298"/>
                  </a:lnTo>
                  <a:lnTo>
                    <a:pt x="2" y="293"/>
                  </a:lnTo>
                  <a:lnTo>
                    <a:pt x="0" y="277"/>
                  </a:lnTo>
                  <a:lnTo>
                    <a:pt x="6" y="255"/>
                  </a:lnTo>
                  <a:lnTo>
                    <a:pt x="13" y="256"/>
                  </a:lnTo>
                  <a:lnTo>
                    <a:pt x="34" y="266"/>
                  </a:lnTo>
                  <a:lnTo>
                    <a:pt x="62" y="285"/>
                  </a:lnTo>
                  <a:lnTo>
                    <a:pt x="98" y="314"/>
                  </a:lnTo>
                  <a:lnTo>
                    <a:pt x="112" y="329"/>
                  </a:lnTo>
                  <a:lnTo>
                    <a:pt x="120" y="339"/>
                  </a:lnTo>
                  <a:lnTo>
                    <a:pt x="130" y="353"/>
                  </a:lnTo>
                  <a:lnTo>
                    <a:pt x="141" y="367"/>
                  </a:lnTo>
                  <a:lnTo>
                    <a:pt x="146" y="371"/>
                  </a:lnTo>
                  <a:lnTo>
                    <a:pt x="152" y="374"/>
                  </a:lnTo>
                  <a:lnTo>
                    <a:pt x="157" y="370"/>
                  </a:lnTo>
                  <a:lnTo>
                    <a:pt x="160" y="365"/>
                  </a:lnTo>
                  <a:lnTo>
                    <a:pt x="162" y="358"/>
                  </a:lnTo>
                  <a:lnTo>
                    <a:pt x="167" y="358"/>
                  </a:lnTo>
                  <a:lnTo>
                    <a:pt x="173" y="351"/>
                  </a:lnTo>
                  <a:lnTo>
                    <a:pt x="178" y="347"/>
                  </a:lnTo>
                  <a:lnTo>
                    <a:pt x="221" y="280"/>
                  </a:lnTo>
                  <a:lnTo>
                    <a:pt x="239" y="255"/>
                  </a:lnTo>
                  <a:lnTo>
                    <a:pt x="244" y="252"/>
                  </a:lnTo>
                  <a:lnTo>
                    <a:pt x="256" y="247"/>
                  </a:lnTo>
                  <a:lnTo>
                    <a:pt x="256" y="238"/>
                  </a:lnTo>
                  <a:lnTo>
                    <a:pt x="260" y="234"/>
                  </a:lnTo>
                  <a:lnTo>
                    <a:pt x="263" y="230"/>
                  </a:lnTo>
                  <a:lnTo>
                    <a:pt x="270" y="219"/>
                  </a:lnTo>
                  <a:lnTo>
                    <a:pt x="272" y="213"/>
                  </a:lnTo>
                  <a:lnTo>
                    <a:pt x="280" y="204"/>
                  </a:lnTo>
                  <a:lnTo>
                    <a:pt x="294" y="186"/>
                  </a:lnTo>
                  <a:lnTo>
                    <a:pt x="297" y="186"/>
                  </a:lnTo>
                  <a:lnTo>
                    <a:pt x="298" y="182"/>
                  </a:lnTo>
                  <a:lnTo>
                    <a:pt x="335" y="145"/>
                  </a:lnTo>
                  <a:lnTo>
                    <a:pt x="334" y="149"/>
                  </a:lnTo>
                  <a:lnTo>
                    <a:pt x="283" y="214"/>
                  </a:lnTo>
                  <a:lnTo>
                    <a:pt x="278" y="219"/>
                  </a:lnTo>
                  <a:lnTo>
                    <a:pt x="272" y="225"/>
                  </a:lnTo>
                  <a:lnTo>
                    <a:pt x="270" y="232"/>
                  </a:lnTo>
                  <a:lnTo>
                    <a:pt x="269" y="238"/>
                  </a:lnTo>
                  <a:lnTo>
                    <a:pt x="266" y="246"/>
                  </a:lnTo>
                  <a:lnTo>
                    <a:pt x="260" y="251"/>
                  </a:lnTo>
                  <a:lnTo>
                    <a:pt x="257" y="257"/>
                  </a:lnTo>
                  <a:lnTo>
                    <a:pt x="252" y="262"/>
                  </a:lnTo>
                  <a:lnTo>
                    <a:pt x="251" y="271"/>
                  </a:lnTo>
                  <a:lnTo>
                    <a:pt x="252" y="278"/>
                  </a:lnTo>
                  <a:lnTo>
                    <a:pt x="248" y="284"/>
                  </a:lnTo>
                  <a:lnTo>
                    <a:pt x="240" y="289"/>
                  </a:lnTo>
                  <a:lnTo>
                    <a:pt x="240" y="294"/>
                  </a:lnTo>
                  <a:lnTo>
                    <a:pt x="234" y="302"/>
                  </a:lnTo>
                  <a:lnTo>
                    <a:pt x="230" y="309"/>
                  </a:lnTo>
                  <a:lnTo>
                    <a:pt x="230" y="315"/>
                  </a:lnTo>
                  <a:lnTo>
                    <a:pt x="233" y="320"/>
                  </a:lnTo>
                  <a:lnTo>
                    <a:pt x="237" y="323"/>
                  </a:lnTo>
                  <a:lnTo>
                    <a:pt x="240" y="320"/>
                  </a:lnTo>
                  <a:lnTo>
                    <a:pt x="246" y="307"/>
                  </a:lnTo>
                  <a:lnTo>
                    <a:pt x="249" y="300"/>
                  </a:lnTo>
                  <a:lnTo>
                    <a:pt x="249" y="293"/>
                  </a:lnTo>
                  <a:lnTo>
                    <a:pt x="251" y="288"/>
                  </a:lnTo>
                  <a:lnTo>
                    <a:pt x="258" y="278"/>
                  </a:lnTo>
                  <a:lnTo>
                    <a:pt x="262" y="271"/>
                  </a:lnTo>
                  <a:lnTo>
                    <a:pt x="274" y="261"/>
                  </a:lnTo>
                  <a:lnTo>
                    <a:pt x="274" y="251"/>
                  </a:lnTo>
                  <a:lnTo>
                    <a:pt x="276" y="245"/>
                  </a:lnTo>
                  <a:lnTo>
                    <a:pt x="280" y="242"/>
                  </a:lnTo>
                  <a:lnTo>
                    <a:pt x="285" y="242"/>
                  </a:lnTo>
                  <a:lnTo>
                    <a:pt x="295" y="227"/>
                  </a:lnTo>
                  <a:lnTo>
                    <a:pt x="310" y="215"/>
                  </a:lnTo>
                  <a:lnTo>
                    <a:pt x="321" y="204"/>
                  </a:lnTo>
                  <a:lnTo>
                    <a:pt x="327" y="191"/>
                  </a:lnTo>
                  <a:lnTo>
                    <a:pt x="340" y="181"/>
                  </a:lnTo>
                  <a:lnTo>
                    <a:pt x="365" y="168"/>
                  </a:lnTo>
                  <a:lnTo>
                    <a:pt x="370" y="163"/>
                  </a:lnTo>
                  <a:lnTo>
                    <a:pt x="381" y="154"/>
                  </a:lnTo>
                  <a:lnTo>
                    <a:pt x="385" y="147"/>
                  </a:lnTo>
                  <a:lnTo>
                    <a:pt x="386" y="142"/>
                  </a:lnTo>
                  <a:lnTo>
                    <a:pt x="385" y="136"/>
                  </a:lnTo>
                  <a:lnTo>
                    <a:pt x="386" y="132"/>
                  </a:lnTo>
                  <a:lnTo>
                    <a:pt x="404" y="111"/>
                  </a:lnTo>
                  <a:lnTo>
                    <a:pt x="404" y="105"/>
                  </a:lnTo>
                  <a:lnTo>
                    <a:pt x="400" y="104"/>
                  </a:lnTo>
                  <a:lnTo>
                    <a:pt x="394" y="106"/>
                  </a:lnTo>
                  <a:lnTo>
                    <a:pt x="391" y="108"/>
                  </a:lnTo>
                  <a:lnTo>
                    <a:pt x="385" y="114"/>
                  </a:lnTo>
                  <a:lnTo>
                    <a:pt x="384" y="120"/>
                  </a:lnTo>
                  <a:lnTo>
                    <a:pt x="376" y="127"/>
                  </a:lnTo>
                  <a:lnTo>
                    <a:pt x="376" y="120"/>
                  </a:lnTo>
                  <a:lnTo>
                    <a:pt x="376" y="117"/>
                  </a:lnTo>
                  <a:lnTo>
                    <a:pt x="422" y="69"/>
                  </a:lnTo>
                  <a:lnTo>
                    <a:pt x="413" y="81"/>
                  </a:lnTo>
                  <a:lnTo>
                    <a:pt x="409" y="87"/>
                  </a:lnTo>
                  <a:lnTo>
                    <a:pt x="407" y="95"/>
                  </a:lnTo>
                  <a:lnTo>
                    <a:pt x="409" y="99"/>
                  </a:lnTo>
                  <a:lnTo>
                    <a:pt x="481" y="38"/>
                  </a:lnTo>
                  <a:lnTo>
                    <a:pt x="502" y="24"/>
                  </a:lnTo>
                  <a:lnTo>
                    <a:pt x="513" y="15"/>
                  </a:lnTo>
                  <a:lnTo>
                    <a:pt x="522" y="9"/>
                  </a:lnTo>
                  <a:lnTo>
                    <a:pt x="530" y="5"/>
                  </a:lnTo>
                  <a:lnTo>
                    <a:pt x="536" y="1"/>
                  </a:lnTo>
                  <a:lnTo>
                    <a:pt x="543" y="0"/>
                  </a:lnTo>
                  <a:lnTo>
                    <a:pt x="532" y="6"/>
                  </a:lnTo>
                  <a:lnTo>
                    <a:pt x="527" y="10"/>
                  </a:lnTo>
                  <a:lnTo>
                    <a:pt x="519" y="17"/>
                  </a:lnTo>
                  <a:lnTo>
                    <a:pt x="512" y="24"/>
                  </a:lnTo>
                  <a:lnTo>
                    <a:pt x="507" y="32"/>
                  </a:lnTo>
                  <a:lnTo>
                    <a:pt x="463" y="79"/>
                  </a:lnTo>
                  <a:lnTo>
                    <a:pt x="439" y="113"/>
                  </a:lnTo>
                  <a:lnTo>
                    <a:pt x="412" y="149"/>
                  </a:lnTo>
                  <a:lnTo>
                    <a:pt x="333" y="264"/>
                  </a:lnTo>
                  <a:lnTo>
                    <a:pt x="322" y="285"/>
                  </a:lnTo>
                  <a:lnTo>
                    <a:pt x="316" y="291"/>
                  </a:lnTo>
                  <a:lnTo>
                    <a:pt x="310" y="300"/>
                  </a:lnTo>
                  <a:lnTo>
                    <a:pt x="310" y="306"/>
                  </a:lnTo>
                  <a:lnTo>
                    <a:pt x="301" y="311"/>
                  </a:lnTo>
                  <a:lnTo>
                    <a:pt x="302" y="315"/>
                  </a:lnTo>
                  <a:lnTo>
                    <a:pt x="292" y="328"/>
                  </a:lnTo>
                  <a:lnTo>
                    <a:pt x="244" y="430"/>
                  </a:lnTo>
                  <a:lnTo>
                    <a:pt x="239" y="435"/>
                  </a:lnTo>
                  <a:lnTo>
                    <a:pt x="238" y="442"/>
                  </a:lnTo>
                  <a:lnTo>
                    <a:pt x="237" y="449"/>
                  </a:lnTo>
                  <a:lnTo>
                    <a:pt x="234" y="452"/>
                  </a:lnTo>
                  <a:lnTo>
                    <a:pt x="231" y="454"/>
                  </a:lnTo>
                  <a:lnTo>
                    <a:pt x="229" y="458"/>
                  </a:lnTo>
                  <a:lnTo>
                    <a:pt x="228" y="461"/>
                  </a:lnTo>
                  <a:lnTo>
                    <a:pt x="228" y="465"/>
                  </a:lnTo>
                  <a:lnTo>
                    <a:pt x="226" y="467"/>
                  </a:lnTo>
                  <a:lnTo>
                    <a:pt x="223" y="471"/>
                  </a:lnTo>
                  <a:lnTo>
                    <a:pt x="221" y="474"/>
                  </a:lnTo>
                  <a:lnTo>
                    <a:pt x="220" y="476"/>
                  </a:lnTo>
                  <a:lnTo>
                    <a:pt x="221" y="480"/>
                  </a:lnTo>
                  <a:lnTo>
                    <a:pt x="223" y="483"/>
                  </a:lnTo>
                  <a:lnTo>
                    <a:pt x="225" y="485"/>
                  </a:lnTo>
                  <a:lnTo>
                    <a:pt x="228" y="484"/>
                  </a:lnTo>
                  <a:lnTo>
                    <a:pt x="230" y="481"/>
                  </a:lnTo>
                  <a:lnTo>
                    <a:pt x="234" y="481"/>
                  </a:lnTo>
                  <a:lnTo>
                    <a:pt x="231" y="484"/>
                  </a:lnTo>
                  <a:lnTo>
                    <a:pt x="229" y="488"/>
                  </a:lnTo>
                  <a:lnTo>
                    <a:pt x="228" y="490"/>
                  </a:lnTo>
                  <a:lnTo>
                    <a:pt x="224" y="494"/>
                  </a:lnTo>
                  <a:lnTo>
                    <a:pt x="221" y="497"/>
                  </a:lnTo>
                  <a:lnTo>
                    <a:pt x="219" y="499"/>
                  </a:lnTo>
                  <a:lnTo>
                    <a:pt x="216" y="502"/>
                  </a:lnTo>
                  <a:lnTo>
                    <a:pt x="211" y="503"/>
                  </a:lnTo>
                  <a:lnTo>
                    <a:pt x="199" y="501"/>
                  </a:lnTo>
                  <a:lnTo>
                    <a:pt x="182" y="499"/>
                  </a:lnTo>
                  <a:lnTo>
                    <a:pt x="153" y="49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67" name="Rectangle 72"/>
            <p:cNvSpPr>
              <a:spLocks noChangeAspect="1" noChangeArrowheads="1"/>
            </p:cNvSpPr>
            <p:nvPr/>
          </p:nvSpPr>
          <p:spPr bwMode="auto">
            <a:xfrm>
              <a:off x="1286" y="1583"/>
              <a:ext cx="0" cy="13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68" name="Freeform 73"/>
            <p:cNvSpPr>
              <a:spLocks noChangeAspect="1"/>
            </p:cNvSpPr>
            <p:nvPr/>
          </p:nvSpPr>
          <p:spPr bwMode="auto">
            <a:xfrm>
              <a:off x="1289" y="1592"/>
              <a:ext cx="72" cy="89"/>
            </a:xfrm>
            <a:custGeom>
              <a:avLst/>
              <a:gdLst>
                <a:gd name="T0" fmla="*/ 0 w 543"/>
                <a:gd name="T1" fmla="*/ 0 h 503"/>
                <a:gd name="T2" fmla="*/ 0 w 543"/>
                <a:gd name="T3" fmla="*/ 0 h 503"/>
                <a:gd name="T4" fmla="*/ 0 w 543"/>
                <a:gd name="T5" fmla="*/ 0 h 503"/>
                <a:gd name="T6" fmla="*/ 0 w 543"/>
                <a:gd name="T7" fmla="*/ 0 h 503"/>
                <a:gd name="T8" fmla="*/ 0 w 543"/>
                <a:gd name="T9" fmla="*/ 0 h 503"/>
                <a:gd name="T10" fmla="*/ 0 w 543"/>
                <a:gd name="T11" fmla="*/ 0 h 503"/>
                <a:gd name="T12" fmla="*/ 0 w 543"/>
                <a:gd name="T13" fmla="*/ 0 h 503"/>
                <a:gd name="T14" fmla="*/ 0 w 543"/>
                <a:gd name="T15" fmla="*/ 0 h 503"/>
                <a:gd name="T16" fmla="*/ 0 w 543"/>
                <a:gd name="T17" fmla="*/ 0 h 503"/>
                <a:gd name="T18" fmla="*/ 0 w 543"/>
                <a:gd name="T19" fmla="*/ 0 h 503"/>
                <a:gd name="T20" fmla="*/ 0 w 543"/>
                <a:gd name="T21" fmla="*/ 0 h 503"/>
                <a:gd name="T22" fmla="*/ 0 w 543"/>
                <a:gd name="T23" fmla="*/ 0 h 503"/>
                <a:gd name="T24" fmla="*/ 0 w 543"/>
                <a:gd name="T25" fmla="*/ 0 h 503"/>
                <a:gd name="T26" fmla="*/ 0 w 543"/>
                <a:gd name="T27" fmla="*/ 0 h 503"/>
                <a:gd name="T28" fmla="*/ 0 w 543"/>
                <a:gd name="T29" fmla="*/ 0 h 503"/>
                <a:gd name="T30" fmla="*/ 0 w 543"/>
                <a:gd name="T31" fmla="*/ 0 h 503"/>
                <a:gd name="T32" fmla="*/ 0 w 543"/>
                <a:gd name="T33" fmla="*/ 0 h 503"/>
                <a:gd name="T34" fmla="*/ 0 w 543"/>
                <a:gd name="T35" fmla="*/ 0 h 503"/>
                <a:gd name="T36" fmla="*/ 0 w 543"/>
                <a:gd name="T37" fmla="*/ 0 h 503"/>
                <a:gd name="T38" fmla="*/ 0 w 543"/>
                <a:gd name="T39" fmla="*/ 0 h 503"/>
                <a:gd name="T40" fmla="*/ 0 w 543"/>
                <a:gd name="T41" fmla="*/ 0 h 503"/>
                <a:gd name="T42" fmla="*/ 0 w 543"/>
                <a:gd name="T43" fmla="*/ 0 h 503"/>
                <a:gd name="T44" fmla="*/ 0 w 543"/>
                <a:gd name="T45" fmla="*/ 0 h 503"/>
                <a:gd name="T46" fmla="*/ 0 w 543"/>
                <a:gd name="T47" fmla="*/ 0 h 503"/>
                <a:gd name="T48" fmla="*/ 0 w 543"/>
                <a:gd name="T49" fmla="*/ 0 h 503"/>
                <a:gd name="T50" fmla="*/ 0 w 543"/>
                <a:gd name="T51" fmla="*/ 0 h 503"/>
                <a:gd name="T52" fmla="*/ 0 w 543"/>
                <a:gd name="T53" fmla="*/ 0 h 503"/>
                <a:gd name="T54" fmla="*/ 0 w 543"/>
                <a:gd name="T55" fmla="*/ 0 h 503"/>
                <a:gd name="T56" fmla="*/ 0 w 543"/>
                <a:gd name="T57" fmla="*/ 0 h 503"/>
                <a:gd name="T58" fmla="*/ 0 w 543"/>
                <a:gd name="T59" fmla="*/ 0 h 503"/>
                <a:gd name="T60" fmla="*/ 0 w 543"/>
                <a:gd name="T61" fmla="*/ 0 h 503"/>
                <a:gd name="T62" fmla="*/ 0 w 543"/>
                <a:gd name="T63" fmla="*/ 0 h 503"/>
                <a:gd name="T64" fmla="*/ 0 w 543"/>
                <a:gd name="T65" fmla="*/ 0 h 503"/>
                <a:gd name="T66" fmla="*/ 0 w 543"/>
                <a:gd name="T67" fmla="*/ 0 h 503"/>
                <a:gd name="T68" fmla="*/ 0 w 543"/>
                <a:gd name="T69" fmla="*/ 0 h 503"/>
                <a:gd name="T70" fmla="*/ 0 w 543"/>
                <a:gd name="T71" fmla="*/ 0 h 503"/>
                <a:gd name="T72" fmla="*/ 0 w 543"/>
                <a:gd name="T73" fmla="*/ 0 h 503"/>
                <a:gd name="T74" fmla="*/ 0 w 543"/>
                <a:gd name="T75" fmla="*/ 0 h 503"/>
                <a:gd name="T76" fmla="*/ 0 w 543"/>
                <a:gd name="T77" fmla="*/ 0 h 503"/>
                <a:gd name="T78" fmla="*/ 0 w 543"/>
                <a:gd name="T79" fmla="*/ 0 h 503"/>
                <a:gd name="T80" fmla="*/ 0 w 543"/>
                <a:gd name="T81" fmla="*/ 0 h 503"/>
                <a:gd name="T82" fmla="*/ 0 w 543"/>
                <a:gd name="T83" fmla="*/ 0 h 503"/>
                <a:gd name="T84" fmla="*/ 0 w 543"/>
                <a:gd name="T85" fmla="*/ 0 h 503"/>
                <a:gd name="T86" fmla="*/ 0 w 543"/>
                <a:gd name="T87" fmla="*/ 0 h 503"/>
                <a:gd name="T88" fmla="*/ 0 w 543"/>
                <a:gd name="T89" fmla="*/ 0 h 503"/>
                <a:gd name="T90" fmla="*/ 0 w 543"/>
                <a:gd name="T91" fmla="*/ 0 h 503"/>
                <a:gd name="T92" fmla="*/ 0 w 543"/>
                <a:gd name="T93" fmla="*/ 0 h 503"/>
                <a:gd name="T94" fmla="*/ 0 w 543"/>
                <a:gd name="T95" fmla="*/ 0 h 503"/>
                <a:gd name="T96" fmla="*/ 0 w 543"/>
                <a:gd name="T97" fmla="*/ 0 h 503"/>
                <a:gd name="T98" fmla="*/ 0 w 543"/>
                <a:gd name="T99" fmla="*/ 0 h 503"/>
                <a:gd name="T100" fmla="*/ 0 w 543"/>
                <a:gd name="T101" fmla="*/ 0 h 503"/>
                <a:gd name="T102" fmla="*/ 0 w 543"/>
                <a:gd name="T103" fmla="*/ 0 h 503"/>
                <a:gd name="T104" fmla="*/ 0 w 543"/>
                <a:gd name="T105" fmla="*/ 0 h 503"/>
                <a:gd name="T106" fmla="*/ 0 w 543"/>
                <a:gd name="T107" fmla="*/ 0 h 503"/>
                <a:gd name="T108" fmla="*/ 0 w 543"/>
                <a:gd name="T109" fmla="*/ 0 h 503"/>
                <a:gd name="T110" fmla="*/ 0 w 543"/>
                <a:gd name="T111" fmla="*/ 0 h 503"/>
                <a:gd name="T112" fmla="*/ 0 w 543"/>
                <a:gd name="T113" fmla="*/ 0 h 503"/>
                <a:gd name="T114" fmla="*/ 0 w 543"/>
                <a:gd name="T115" fmla="*/ 0 h 503"/>
                <a:gd name="T116" fmla="*/ 0 w 543"/>
                <a:gd name="T117" fmla="*/ 0 h 503"/>
                <a:gd name="T118" fmla="*/ 0 w 543"/>
                <a:gd name="T119" fmla="*/ 0 h 50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3"/>
                <a:gd name="T181" fmla="*/ 0 h 503"/>
                <a:gd name="T182" fmla="*/ 543 w 543"/>
                <a:gd name="T183" fmla="*/ 503 h 50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3" h="503">
                  <a:moveTo>
                    <a:pt x="153" y="498"/>
                  </a:moveTo>
                  <a:lnTo>
                    <a:pt x="126" y="498"/>
                  </a:lnTo>
                  <a:lnTo>
                    <a:pt x="94" y="498"/>
                  </a:lnTo>
                  <a:lnTo>
                    <a:pt x="91" y="495"/>
                  </a:lnTo>
                  <a:lnTo>
                    <a:pt x="91" y="492"/>
                  </a:lnTo>
                  <a:lnTo>
                    <a:pt x="91" y="475"/>
                  </a:lnTo>
                  <a:lnTo>
                    <a:pt x="91" y="456"/>
                  </a:lnTo>
                  <a:lnTo>
                    <a:pt x="88" y="435"/>
                  </a:lnTo>
                  <a:lnTo>
                    <a:pt x="82" y="411"/>
                  </a:lnTo>
                  <a:lnTo>
                    <a:pt x="82" y="407"/>
                  </a:lnTo>
                  <a:lnTo>
                    <a:pt x="82" y="403"/>
                  </a:lnTo>
                  <a:lnTo>
                    <a:pt x="84" y="401"/>
                  </a:lnTo>
                  <a:lnTo>
                    <a:pt x="86" y="398"/>
                  </a:lnTo>
                  <a:lnTo>
                    <a:pt x="86" y="394"/>
                  </a:lnTo>
                  <a:lnTo>
                    <a:pt x="84" y="390"/>
                  </a:lnTo>
                  <a:lnTo>
                    <a:pt x="82" y="384"/>
                  </a:lnTo>
                  <a:lnTo>
                    <a:pt x="77" y="380"/>
                  </a:lnTo>
                  <a:lnTo>
                    <a:pt x="74" y="380"/>
                  </a:lnTo>
                  <a:lnTo>
                    <a:pt x="74" y="383"/>
                  </a:lnTo>
                  <a:lnTo>
                    <a:pt x="75" y="390"/>
                  </a:lnTo>
                  <a:lnTo>
                    <a:pt x="77" y="401"/>
                  </a:lnTo>
                  <a:lnTo>
                    <a:pt x="69" y="388"/>
                  </a:lnTo>
                  <a:lnTo>
                    <a:pt x="65" y="378"/>
                  </a:lnTo>
                  <a:lnTo>
                    <a:pt x="59" y="373"/>
                  </a:lnTo>
                  <a:lnTo>
                    <a:pt x="55" y="365"/>
                  </a:lnTo>
                  <a:lnTo>
                    <a:pt x="62" y="364"/>
                  </a:lnTo>
                  <a:lnTo>
                    <a:pt x="59" y="355"/>
                  </a:lnTo>
                  <a:lnTo>
                    <a:pt x="55" y="346"/>
                  </a:lnTo>
                  <a:lnTo>
                    <a:pt x="51" y="338"/>
                  </a:lnTo>
                  <a:lnTo>
                    <a:pt x="46" y="330"/>
                  </a:lnTo>
                  <a:lnTo>
                    <a:pt x="39" y="324"/>
                  </a:lnTo>
                  <a:lnTo>
                    <a:pt x="33" y="321"/>
                  </a:lnTo>
                  <a:lnTo>
                    <a:pt x="30" y="320"/>
                  </a:lnTo>
                  <a:lnTo>
                    <a:pt x="27" y="319"/>
                  </a:lnTo>
                  <a:lnTo>
                    <a:pt x="9" y="298"/>
                  </a:lnTo>
                  <a:lnTo>
                    <a:pt x="2" y="293"/>
                  </a:lnTo>
                  <a:lnTo>
                    <a:pt x="0" y="277"/>
                  </a:lnTo>
                  <a:lnTo>
                    <a:pt x="6" y="255"/>
                  </a:lnTo>
                  <a:lnTo>
                    <a:pt x="13" y="256"/>
                  </a:lnTo>
                  <a:lnTo>
                    <a:pt x="34" y="266"/>
                  </a:lnTo>
                  <a:lnTo>
                    <a:pt x="62" y="285"/>
                  </a:lnTo>
                  <a:lnTo>
                    <a:pt x="98" y="314"/>
                  </a:lnTo>
                  <a:lnTo>
                    <a:pt x="112" y="329"/>
                  </a:lnTo>
                  <a:lnTo>
                    <a:pt x="120" y="339"/>
                  </a:lnTo>
                  <a:lnTo>
                    <a:pt x="130" y="353"/>
                  </a:lnTo>
                  <a:lnTo>
                    <a:pt x="141" y="367"/>
                  </a:lnTo>
                  <a:lnTo>
                    <a:pt x="146" y="371"/>
                  </a:lnTo>
                  <a:lnTo>
                    <a:pt x="152" y="374"/>
                  </a:lnTo>
                  <a:lnTo>
                    <a:pt x="157" y="370"/>
                  </a:lnTo>
                  <a:lnTo>
                    <a:pt x="160" y="365"/>
                  </a:lnTo>
                  <a:lnTo>
                    <a:pt x="162" y="358"/>
                  </a:lnTo>
                  <a:lnTo>
                    <a:pt x="167" y="358"/>
                  </a:lnTo>
                  <a:lnTo>
                    <a:pt x="173" y="351"/>
                  </a:lnTo>
                  <a:lnTo>
                    <a:pt x="178" y="347"/>
                  </a:lnTo>
                  <a:lnTo>
                    <a:pt x="221" y="280"/>
                  </a:lnTo>
                  <a:lnTo>
                    <a:pt x="239" y="255"/>
                  </a:lnTo>
                  <a:lnTo>
                    <a:pt x="244" y="252"/>
                  </a:lnTo>
                  <a:lnTo>
                    <a:pt x="256" y="247"/>
                  </a:lnTo>
                  <a:lnTo>
                    <a:pt x="256" y="238"/>
                  </a:lnTo>
                  <a:lnTo>
                    <a:pt x="260" y="234"/>
                  </a:lnTo>
                  <a:lnTo>
                    <a:pt x="263" y="230"/>
                  </a:lnTo>
                  <a:lnTo>
                    <a:pt x="270" y="219"/>
                  </a:lnTo>
                  <a:lnTo>
                    <a:pt x="272" y="213"/>
                  </a:lnTo>
                  <a:lnTo>
                    <a:pt x="280" y="204"/>
                  </a:lnTo>
                  <a:lnTo>
                    <a:pt x="294" y="186"/>
                  </a:lnTo>
                  <a:lnTo>
                    <a:pt x="297" y="186"/>
                  </a:lnTo>
                  <a:lnTo>
                    <a:pt x="298" y="182"/>
                  </a:lnTo>
                  <a:lnTo>
                    <a:pt x="335" y="145"/>
                  </a:lnTo>
                  <a:lnTo>
                    <a:pt x="334" y="149"/>
                  </a:lnTo>
                  <a:lnTo>
                    <a:pt x="283" y="214"/>
                  </a:lnTo>
                  <a:lnTo>
                    <a:pt x="278" y="219"/>
                  </a:lnTo>
                  <a:lnTo>
                    <a:pt x="272" y="225"/>
                  </a:lnTo>
                  <a:lnTo>
                    <a:pt x="270" y="232"/>
                  </a:lnTo>
                  <a:lnTo>
                    <a:pt x="269" y="238"/>
                  </a:lnTo>
                  <a:lnTo>
                    <a:pt x="266" y="246"/>
                  </a:lnTo>
                  <a:lnTo>
                    <a:pt x="260" y="251"/>
                  </a:lnTo>
                  <a:lnTo>
                    <a:pt x="257" y="257"/>
                  </a:lnTo>
                  <a:lnTo>
                    <a:pt x="252" y="262"/>
                  </a:lnTo>
                  <a:lnTo>
                    <a:pt x="251" y="271"/>
                  </a:lnTo>
                  <a:lnTo>
                    <a:pt x="252" y="278"/>
                  </a:lnTo>
                  <a:lnTo>
                    <a:pt x="248" y="284"/>
                  </a:lnTo>
                  <a:lnTo>
                    <a:pt x="240" y="289"/>
                  </a:lnTo>
                  <a:lnTo>
                    <a:pt x="240" y="294"/>
                  </a:lnTo>
                  <a:lnTo>
                    <a:pt x="234" y="302"/>
                  </a:lnTo>
                  <a:lnTo>
                    <a:pt x="230" y="309"/>
                  </a:lnTo>
                  <a:lnTo>
                    <a:pt x="230" y="315"/>
                  </a:lnTo>
                  <a:lnTo>
                    <a:pt x="233" y="320"/>
                  </a:lnTo>
                  <a:lnTo>
                    <a:pt x="237" y="323"/>
                  </a:lnTo>
                  <a:lnTo>
                    <a:pt x="240" y="320"/>
                  </a:lnTo>
                  <a:lnTo>
                    <a:pt x="246" y="307"/>
                  </a:lnTo>
                  <a:lnTo>
                    <a:pt x="249" y="300"/>
                  </a:lnTo>
                  <a:lnTo>
                    <a:pt x="249" y="293"/>
                  </a:lnTo>
                  <a:lnTo>
                    <a:pt x="251" y="288"/>
                  </a:lnTo>
                  <a:lnTo>
                    <a:pt x="258" y="278"/>
                  </a:lnTo>
                  <a:lnTo>
                    <a:pt x="262" y="271"/>
                  </a:lnTo>
                  <a:lnTo>
                    <a:pt x="274" y="261"/>
                  </a:lnTo>
                  <a:lnTo>
                    <a:pt x="274" y="251"/>
                  </a:lnTo>
                  <a:lnTo>
                    <a:pt x="276" y="245"/>
                  </a:lnTo>
                  <a:lnTo>
                    <a:pt x="280" y="242"/>
                  </a:lnTo>
                  <a:lnTo>
                    <a:pt x="285" y="242"/>
                  </a:lnTo>
                  <a:lnTo>
                    <a:pt x="295" y="227"/>
                  </a:lnTo>
                  <a:lnTo>
                    <a:pt x="310" y="215"/>
                  </a:lnTo>
                  <a:lnTo>
                    <a:pt x="321" y="204"/>
                  </a:lnTo>
                  <a:lnTo>
                    <a:pt x="327" y="191"/>
                  </a:lnTo>
                  <a:lnTo>
                    <a:pt x="340" y="181"/>
                  </a:lnTo>
                  <a:lnTo>
                    <a:pt x="365" y="168"/>
                  </a:lnTo>
                  <a:lnTo>
                    <a:pt x="370" y="163"/>
                  </a:lnTo>
                  <a:lnTo>
                    <a:pt x="381" y="154"/>
                  </a:lnTo>
                  <a:lnTo>
                    <a:pt x="385" y="147"/>
                  </a:lnTo>
                  <a:lnTo>
                    <a:pt x="386" y="142"/>
                  </a:lnTo>
                  <a:lnTo>
                    <a:pt x="385" y="136"/>
                  </a:lnTo>
                  <a:lnTo>
                    <a:pt x="386" y="132"/>
                  </a:lnTo>
                  <a:lnTo>
                    <a:pt x="404" y="111"/>
                  </a:lnTo>
                  <a:lnTo>
                    <a:pt x="404" y="105"/>
                  </a:lnTo>
                  <a:lnTo>
                    <a:pt x="400" y="104"/>
                  </a:lnTo>
                  <a:lnTo>
                    <a:pt x="394" y="106"/>
                  </a:lnTo>
                  <a:lnTo>
                    <a:pt x="391" y="108"/>
                  </a:lnTo>
                  <a:lnTo>
                    <a:pt x="385" y="114"/>
                  </a:lnTo>
                  <a:lnTo>
                    <a:pt x="384" y="120"/>
                  </a:lnTo>
                  <a:lnTo>
                    <a:pt x="376" y="127"/>
                  </a:lnTo>
                  <a:lnTo>
                    <a:pt x="376" y="120"/>
                  </a:lnTo>
                  <a:lnTo>
                    <a:pt x="376" y="117"/>
                  </a:lnTo>
                  <a:lnTo>
                    <a:pt x="422" y="69"/>
                  </a:lnTo>
                  <a:lnTo>
                    <a:pt x="413" y="81"/>
                  </a:lnTo>
                  <a:lnTo>
                    <a:pt x="409" y="87"/>
                  </a:lnTo>
                  <a:lnTo>
                    <a:pt x="407" y="95"/>
                  </a:lnTo>
                  <a:lnTo>
                    <a:pt x="409" y="99"/>
                  </a:lnTo>
                  <a:lnTo>
                    <a:pt x="481" y="38"/>
                  </a:lnTo>
                  <a:lnTo>
                    <a:pt x="502" y="24"/>
                  </a:lnTo>
                  <a:lnTo>
                    <a:pt x="513" y="15"/>
                  </a:lnTo>
                  <a:lnTo>
                    <a:pt x="522" y="9"/>
                  </a:lnTo>
                  <a:lnTo>
                    <a:pt x="530" y="5"/>
                  </a:lnTo>
                  <a:lnTo>
                    <a:pt x="536" y="1"/>
                  </a:lnTo>
                  <a:lnTo>
                    <a:pt x="543" y="0"/>
                  </a:lnTo>
                  <a:lnTo>
                    <a:pt x="532" y="6"/>
                  </a:lnTo>
                  <a:lnTo>
                    <a:pt x="527" y="10"/>
                  </a:lnTo>
                  <a:lnTo>
                    <a:pt x="519" y="17"/>
                  </a:lnTo>
                  <a:lnTo>
                    <a:pt x="512" y="24"/>
                  </a:lnTo>
                  <a:lnTo>
                    <a:pt x="507" y="32"/>
                  </a:lnTo>
                  <a:lnTo>
                    <a:pt x="463" y="79"/>
                  </a:lnTo>
                  <a:lnTo>
                    <a:pt x="439" y="113"/>
                  </a:lnTo>
                  <a:lnTo>
                    <a:pt x="412" y="149"/>
                  </a:lnTo>
                  <a:lnTo>
                    <a:pt x="333" y="264"/>
                  </a:lnTo>
                  <a:lnTo>
                    <a:pt x="322" y="285"/>
                  </a:lnTo>
                  <a:lnTo>
                    <a:pt x="316" y="291"/>
                  </a:lnTo>
                  <a:lnTo>
                    <a:pt x="310" y="300"/>
                  </a:lnTo>
                  <a:lnTo>
                    <a:pt x="310" y="306"/>
                  </a:lnTo>
                  <a:lnTo>
                    <a:pt x="301" y="311"/>
                  </a:lnTo>
                  <a:lnTo>
                    <a:pt x="302" y="315"/>
                  </a:lnTo>
                  <a:lnTo>
                    <a:pt x="292" y="328"/>
                  </a:lnTo>
                  <a:lnTo>
                    <a:pt x="244" y="430"/>
                  </a:lnTo>
                  <a:lnTo>
                    <a:pt x="239" y="435"/>
                  </a:lnTo>
                  <a:lnTo>
                    <a:pt x="238" y="442"/>
                  </a:lnTo>
                  <a:lnTo>
                    <a:pt x="237" y="449"/>
                  </a:lnTo>
                  <a:lnTo>
                    <a:pt x="234" y="452"/>
                  </a:lnTo>
                  <a:lnTo>
                    <a:pt x="231" y="454"/>
                  </a:lnTo>
                  <a:lnTo>
                    <a:pt x="229" y="458"/>
                  </a:lnTo>
                  <a:lnTo>
                    <a:pt x="228" y="461"/>
                  </a:lnTo>
                  <a:lnTo>
                    <a:pt x="228" y="465"/>
                  </a:lnTo>
                  <a:lnTo>
                    <a:pt x="226" y="467"/>
                  </a:lnTo>
                  <a:lnTo>
                    <a:pt x="223" y="471"/>
                  </a:lnTo>
                  <a:lnTo>
                    <a:pt x="221" y="474"/>
                  </a:lnTo>
                  <a:lnTo>
                    <a:pt x="220" y="476"/>
                  </a:lnTo>
                  <a:lnTo>
                    <a:pt x="221" y="480"/>
                  </a:lnTo>
                  <a:lnTo>
                    <a:pt x="223" y="483"/>
                  </a:lnTo>
                  <a:lnTo>
                    <a:pt x="225" y="485"/>
                  </a:lnTo>
                  <a:lnTo>
                    <a:pt x="228" y="484"/>
                  </a:lnTo>
                  <a:lnTo>
                    <a:pt x="230" y="481"/>
                  </a:lnTo>
                  <a:lnTo>
                    <a:pt x="234" y="481"/>
                  </a:lnTo>
                  <a:lnTo>
                    <a:pt x="231" y="484"/>
                  </a:lnTo>
                  <a:lnTo>
                    <a:pt x="229" y="488"/>
                  </a:lnTo>
                  <a:lnTo>
                    <a:pt x="228" y="490"/>
                  </a:lnTo>
                  <a:lnTo>
                    <a:pt x="224" y="494"/>
                  </a:lnTo>
                  <a:lnTo>
                    <a:pt x="221" y="497"/>
                  </a:lnTo>
                  <a:lnTo>
                    <a:pt x="219" y="499"/>
                  </a:lnTo>
                  <a:lnTo>
                    <a:pt x="216" y="502"/>
                  </a:lnTo>
                  <a:lnTo>
                    <a:pt x="211" y="503"/>
                  </a:lnTo>
                  <a:lnTo>
                    <a:pt x="199" y="501"/>
                  </a:lnTo>
                  <a:lnTo>
                    <a:pt x="182" y="499"/>
                  </a:lnTo>
                  <a:lnTo>
                    <a:pt x="153" y="49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69" name="Rectangle 75"/>
            <p:cNvSpPr>
              <a:spLocks noChangeAspect="1" noChangeArrowheads="1"/>
            </p:cNvSpPr>
            <p:nvPr/>
          </p:nvSpPr>
          <p:spPr bwMode="auto">
            <a:xfrm>
              <a:off x="1286" y="1675"/>
              <a:ext cx="0" cy="13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70" name="Freeform 76"/>
            <p:cNvSpPr>
              <a:spLocks noChangeAspect="1"/>
            </p:cNvSpPr>
            <p:nvPr/>
          </p:nvSpPr>
          <p:spPr bwMode="auto">
            <a:xfrm>
              <a:off x="1289" y="1684"/>
              <a:ext cx="72" cy="89"/>
            </a:xfrm>
            <a:custGeom>
              <a:avLst/>
              <a:gdLst>
                <a:gd name="T0" fmla="*/ 0 w 543"/>
                <a:gd name="T1" fmla="*/ 0 h 503"/>
                <a:gd name="T2" fmla="*/ 0 w 543"/>
                <a:gd name="T3" fmla="*/ 0 h 503"/>
                <a:gd name="T4" fmla="*/ 0 w 543"/>
                <a:gd name="T5" fmla="*/ 0 h 503"/>
                <a:gd name="T6" fmla="*/ 0 w 543"/>
                <a:gd name="T7" fmla="*/ 0 h 503"/>
                <a:gd name="T8" fmla="*/ 0 w 543"/>
                <a:gd name="T9" fmla="*/ 0 h 503"/>
                <a:gd name="T10" fmla="*/ 0 w 543"/>
                <a:gd name="T11" fmla="*/ 0 h 503"/>
                <a:gd name="T12" fmla="*/ 0 w 543"/>
                <a:gd name="T13" fmla="*/ 0 h 503"/>
                <a:gd name="T14" fmla="*/ 0 w 543"/>
                <a:gd name="T15" fmla="*/ 0 h 503"/>
                <a:gd name="T16" fmla="*/ 0 w 543"/>
                <a:gd name="T17" fmla="*/ 0 h 503"/>
                <a:gd name="T18" fmla="*/ 0 w 543"/>
                <a:gd name="T19" fmla="*/ 0 h 503"/>
                <a:gd name="T20" fmla="*/ 0 w 543"/>
                <a:gd name="T21" fmla="*/ 0 h 503"/>
                <a:gd name="T22" fmla="*/ 0 w 543"/>
                <a:gd name="T23" fmla="*/ 0 h 503"/>
                <a:gd name="T24" fmla="*/ 0 w 543"/>
                <a:gd name="T25" fmla="*/ 0 h 503"/>
                <a:gd name="T26" fmla="*/ 0 w 543"/>
                <a:gd name="T27" fmla="*/ 0 h 503"/>
                <a:gd name="T28" fmla="*/ 0 w 543"/>
                <a:gd name="T29" fmla="*/ 0 h 503"/>
                <a:gd name="T30" fmla="*/ 0 w 543"/>
                <a:gd name="T31" fmla="*/ 0 h 503"/>
                <a:gd name="T32" fmla="*/ 0 w 543"/>
                <a:gd name="T33" fmla="*/ 0 h 503"/>
                <a:gd name="T34" fmla="*/ 0 w 543"/>
                <a:gd name="T35" fmla="*/ 0 h 503"/>
                <a:gd name="T36" fmla="*/ 0 w 543"/>
                <a:gd name="T37" fmla="*/ 0 h 503"/>
                <a:gd name="T38" fmla="*/ 0 w 543"/>
                <a:gd name="T39" fmla="*/ 0 h 503"/>
                <a:gd name="T40" fmla="*/ 0 w 543"/>
                <a:gd name="T41" fmla="*/ 0 h 503"/>
                <a:gd name="T42" fmla="*/ 0 w 543"/>
                <a:gd name="T43" fmla="*/ 0 h 503"/>
                <a:gd name="T44" fmla="*/ 0 w 543"/>
                <a:gd name="T45" fmla="*/ 0 h 503"/>
                <a:gd name="T46" fmla="*/ 0 w 543"/>
                <a:gd name="T47" fmla="*/ 0 h 503"/>
                <a:gd name="T48" fmla="*/ 0 w 543"/>
                <a:gd name="T49" fmla="*/ 0 h 503"/>
                <a:gd name="T50" fmla="*/ 0 w 543"/>
                <a:gd name="T51" fmla="*/ 0 h 503"/>
                <a:gd name="T52" fmla="*/ 0 w 543"/>
                <a:gd name="T53" fmla="*/ 0 h 503"/>
                <a:gd name="T54" fmla="*/ 0 w 543"/>
                <a:gd name="T55" fmla="*/ 0 h 503"/>
                <a:gd name="T56" fmla="*/ 0 w 543"/>
                <a:gd name="T57" fmla="*/ 0 h 503"/>
                <a:gd name="T58" fmla="*/ 0 w 543"/>
                <a:gd name="T59" fmla="*/ 0 h 503"/>
                <a:gd name="T60" fmla="*/ 0 w 543"/>
                <a:gd name="T61" fmla="*/ 0 h 503"/>
                <a:gd name="T62" fmla="*/ 0 w 543"/>
                <a:gd name="T63" fmla="*/ 0 h 503"/>
                <a:gd name="T64" fmla="*/ 0 w 543"/>
                <a:gd name="T65" fmla="*/ 0 h 503"/>
                <a:gd name="T66" fmla="*/ 0 w 543"/>
                <a:gd name="T67" fmla="*/ 0 h 503"/>
                <a:gd name="T68" fmla="*/ 0 w 543"/>
                <a:gd name="T69" fmla="*/ 0 h 503"/>
                <a:gd name="T70" fmla="*/ 0 w 543"/>
                <a:gd name="T71" fmla="*/ 0 h 503"/>
                <a:gd name="T72" fmla="*/ 0 w 543"/>
                <a:gd name="T73" fmla="*/ 0 h 503"/>
                <a:gd name="T74" fmla="*/ 0 w 543"/>
                <a:gd name="T75" fmla="*/ 0 h 503"/>
                <a:gd name="T76" fmla="*/ 0 w 543"/>
                <a:gd name="T77" fmla="*/ 0 h 503"/>
                <a:gd name="T78" fmla="*/ 0 w 543"/>
                <a:gd name="T79" fmla="*/ 0 h 503"/>
                <a:gd name="T80" fmla="*/ 0 w 543"/>
                <a:gd name="T81" fmla="*/ 0 h 503"/>
                <a:gd name="T82" fmla="*/ 0 w 543"/>
                <a:gd name="T83" fmla="*/ 0 h 503"/>
                <a:gd name="T84" fmla="*/ 0 w 543"/>
                <a:gd name="T85" fmla="*/ 0 h 503"/>
                <a:gd name="T86" fmla="*/ 0 w 543"/>
                <a:gd name="T87" fmla="*/ 0 h 503"/>
                <a:gd name="T88" fmla="*/ 0 w 543"/>
                <a:gd name="T89" fmla="*/ 0 h 503"/>
                <a:gd name="T90" fmla="*/ 0 w 543"/>
                <a:gd name="T91" fmla="*/ 0 h 503"/>
                <a:gd name="T92" fmla="*/ 0 w 543"/>
                <a:gd name="T93" fmla="*/ 0 h 503"/>
                <a:gd name="T94" fmla="*/ 0 w 543"/>
                <a:gd name="T95" fmla="*/ 0 h 503"/>
                <a:gd name="T96" fmla="*/ 0 w 543"/>
                <a:gd name="T97" fmla="*/ 0 h 503"/>
                <a:gd name="T98" fmla="*/ 0 w 543"/>
                <a:gd name="T99" fmla="*/ 0 h 503"/>
                <a:gd name="T100" fmla="*/ 0 w 543"/>
                <a:gd name="T101" fmla="*/ 0 h 503"/>
                <a:gd name="T102" fmla="*/ 0 w 543"/>
                <a:gd name="T103" fmla="*/ 0 h 503"/>
                <a:gd name="T104" fmla="*/ 0 w 543"/>
                <a:gd name="T105" fmla="*/ 0 h 503"/>
                <a:gd name="T106" fmla="*/ 0 w 543"/>
                <a:gd name="T107" fmla="*/ 0 h 503"/>
                <a:gd name="T108" fmla="*/ 0 w 543"/>
                <a:gd name="T109" fmla="*/ 0 h 503"/>
                <a:gd name="T110" fmla="*/ 0 w 543"/>
                <a:gd name="T111" fmla="*/ 0 h 503"/>
                <a:gd name="T112" fmla="*/ 0 w 543"/>
                <a:gd name="T113" fmla="*/ 0 h 503"/>
                <a:gd name="T114" fmla="*/ 0 w 543"/>
                <a:gd name="T115" fmla="*/ 0 h 503"/>
                <a:gd name="T116" fmla="*/ 0 w 543"/>
                <a:gd name="T117" fmla="*/ 0 h 503"/>
                <a:gd name="T118" fmla="*/ 0 w 543"/>
                <a:gd name="T119" fmla="*/ 0 h 50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3"/>
                <a:gd name="T181" fmla="*/ 0 h 503"/>
                <a:gd name="T182" fmla="*/ 543 w 543"/>
                <a:gd name="T183" fmla="*/ 503 h 50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3" h="503">
                  <a:moveTo>
                    <a:pt x="153" y="498"/>
                  </a:moveTo>
                  <a:lnTo>
                    <a:pt x="126" y="498"/>
                  </a:lnTo>
                  <a:lnTo>
                    <a:pt x="94" y="498"/>
                  </a:lnTo>
                  <a:lnTo>
                    <a:pt x="91" y="495"/>
                  </a:lnTo>
                  <a:lnTo>
                    <a:pt x="91" y="492"/>
                  </a:lnTo>
                  <a:lnTo>
                    <a:pt x="91" y="475"/>
                  </a:lnTo>
                  <a:lnTo>
                    <a:pt x="91" y="456"/>
                  </a:lnTo>
                  <a:lnTo>
                    <a:pt x="88" y="435"/>
                  </a:lnTo>
                  <a:lnTo>
                    <a:pt x="82" y="411"/>
                  </a:lnTo>
                  <a:lnTo>
                    <a:pt x="82" y="407"/>
                  </a:lnTo>
                  <a:lnTo>
                    <a:pt x="82" y="403"/>
                  </a:lnTo>
                  <a:lnTo>
                    <a:pt x="84" y="401"/>
                  </a:lnTo>
                  <a:lnTo>
                    <a:pt x="86" y="398"/>
                  </a:lnTo>
                  <a:lnTo>
                    <a:pt x="86" y="394"/>
                  </a:lnTo>
                  <a:lnTo>
                    <a:pt x="84" y="390"/>
                  </a:lnTo>
                  <a:lnTo>
                    <a:pt x="82" y="384"/>
                  </a:lnTo>
                  <a:lnTo>
                    <a:pt x="77" y="380"/>
                  </a:lnTo>
                  <a:lnTo>
                    <a:pt x="74" y="380"/>
                  </a:lnTo>
                  <a:lnTo>
                    <a:pt x="74" y="383"/>
                  </a:lnTo>
                  <a:lnTo>
                    <a:pt x="75" y="390"/>
                  </a:lnTo>
                  <a:lnTo>
                    <a:pt x="77" y="401"/>
                  </a:lnTo>
                  <a:lnTo>
                    <a:pt x="69" y="388"/>
                  </a:lnTo>
                  <a:lnTo>
                    <a:pt x="65" y="378"/>
                  </a:lnTo>
                  <a:lnTo>
                    <a:pt x="59" y="373"/>
                  </a:lnTo>
                  <a:lnTo>
                    <a:pt x="55" y="365"/>
                  </a:lnTo>
                  <a:lnTo>
                    <a:pt x="62" y="364"/>
                  </a:lnTo>
                  <a:lnTo>
                    <a:pt x="59" y="355"/>
                  </a:lnTo>
                  <a:lnTo>
                    <a:pt x="55" y="346"/>
                  </a:lnTo>
                  <a:lnTo>
                    <a:pt x="51" y="338"/>
                  </a:lnTo>
                  <a:lnTo>
                    <a:pt x="46" y="330"/>
                  </a:lnTo>
                  <a:lnTo>
                    <a:pt x="39" y="324"/>
                  </a:lnTo>
                  <a:lnTo>
                    <a:pt x="33" y="321"/>
                  </a:lnTo>
                  <a:lnTo>
                    <a:pt x="30" y="320"/>
                  </a:lnTo>
                  <a:lnTo>
                    <a:pt x="27" y="319"/>
                  </a:lnTo>
                  <a:lnTo>
                    <a:pt x="9" y="298"/>
                  </a:lnTo>
                  <a:lnTo>
                    <a:pt x="2" y="293"/>
                  </a:lnTo>
                  <a:lnTo>
                    <a:pt x="0" y="277"/>
                  </a:lnTo>
                  <a:lnTo>
                    <a:pt x="6" y="255"/>
                  </a:lnTo>
                  <a:lnTo>
                    <a:pt x="13" y="256"/>
                  </a:lnTo>
                  <a:lnTo>
                    <a:pt x="34" y="266"/>
                  </a:lnTo>
                  <a:lnTo>
                    <a:pt x="62" y="285"/>
                  </a:lnTo>
                  <a:lnTo>
                    <a:pt x="98" y="314"/>
                  </a:lnTo>
                  <a:lnTo>
                    <a:pt x="112" y="329"/>
                  </a:lnTo>
                  <a:lnTo>
                    <a:pt x="120" y="339"/>
                  </a:lnTo>
                  <a:lnTo>
                    <a:pt x="130" y="353"/>
                  </a:lnTo>
                  <a:lnTo>
                    <a:pt x="141" y="367"/>
                  </a:lnTo>
                  <a:lnTo>
                    <a:pt x="146" y="371"/>
                  </a:lnTo>
                  <a:lnTo>
                    <a:pt x="152" y="374"/>
                  </a:lnTo>
                  <a:lnTo>
                    <a:pt x="157" y="370"/>
                  </a:lnTo>
                  <a:lnTo>
                    <a:pt x="160" y="365"/>
                  </a:lnTo>
                  <a:lnTo>
                    <a:pt x="162" y="358"/>
                  </a:lnTo>
                  <a:lnTo>
                    <a:pt x="167" y="358"/>
                  </a:lnTo>
                  <a:lnTo>
                    <a:pt x="173" y="351"/>
                  </a:lnTo>
                  <a:lnTo>
                    <a:pt x="178" y="347"/>
                  </a:lnTo>
                  <a:lnTo>
                    <a:pt x="221" y="280"/>
                  </a:lnTo>
                  <a:lnTo>
                    <a:pt x="239" y="255"/>
                  </a:lnTo>
                  <a:lnTo>
                    <a:pt x="244" y="252"/>
                  </a:lnTo>
                  <a:lnTo>
                    <a:pt x="256" y="247"/>
                  </a:lnTo>
                  <a:lnTo>
                    <a:pt x="256" y="238"/>
                  </a:lnTo>
                  <a:lnTo>
                    <a:pt x="260" y="234"/>
                  </a:lnTo>
                  <a:lnTo>
                    <a:pt x="263" y="230"/>
                  </a:lnTo>
                  <a:lnTo>
                    <a:pt x="270" y="219"/>
                  </a:lnTo>
                  <a:lnTo>
                    <a:pt x="272" y="213"/>
                  </a:lnTo>
                  <a:lnTo>
                    <a:pt x="280" y="204"/>
                  </a:lnTo>
                  <a:lnTo>
                    <a:pt x="294" y="186"/>
                  </a:lnTo>
                  <a:lnTo>
                    <a:pt x="297" y="186"/>
                  </a:lnTo>
                  <a:lnTo>
                    <a:pt x="298" y="182"/>
                  </a:lnTo>
                  <a:lnTo>
                    <a:pt x="335" y="145"/>
                  </a:lnTo>
                  <a:lnTo>
                    <a:pt x="334" y="149"/>
                  </a:lnTo>
                  <a:lnTo>
                    <a:pt x="283" y="214"/>
                  </a:lnTo>
                  <a:lnTo>
                    <a:pt x="278" y="219"/>
                  </a:lnTo>
                  <a:lnTo>
                    <a:pt x="272" y="225"/>
                  </a:lnTo>
                  <a:lnTo>
                    <a:pt x="270" y="232"/>
                  </a:lnTo>
                  <a:lnTo>
                    <a:pt x="269" y="238"/>
                  </a:lnTo>
                  <a:lnTo>
                    <a:pt x="266" y="246"/>
                  </a:lnTo>
                  <a:lnTo>
                    <a:pt x="260" y="251"/>
                  </a:lnTo>
                  <a:lnTo>
                    <a:pt x="257" y="257"/>
                  </a:lnTo>
                  <a:lnTo>
                    <a:pt x="252" y="262"/>
                  </a:lnTo>
                  <a:lnTo>
                    <a:pt x="251" y="271"/>
                  </a:lnTo>
                  <a:lnTo>
                    <a:pt x="252" y="278"/>
                  </a:lnTo>
                  <a:lnTo>
                    <a:pt x="248" y="284"/>
                  </a:lnTo>
                  <a:lnTo>
                    <a:pt x="240" y="289"/>
                  </a:lnTo>
                  <a:lnTo>
                    <a:pt x="240" y="294"/>
                  </a:lnTo>
                  <a:lnTo>
                    <a:pt x="234" y="302"/>
                  </a:lnTo>
                  <a:lnTo>
                    <a:pt x="230" y="309"/>
                  </a:lnTo>
                  <a:lnTo>
                    <a:pt x="230" y="315"/>
                  </a:lnTo>
                  <a:lnTo>
                    <a:pt x="233" y="320"/>
                  </a:lnTo>
                  <a:lnTo>
                    <a:pt x="237" y="323"/>
                  </a:lnTo>
                  <a:lnTo>
                    <a:pt x="240" y="320"/>
                  </a:lnTo>
                  <a:lnTo>
                    <a:pt x="246" y="307"/>
                  </a:lnTo>
                  <a:lnTo>
                    <a:pt x="249" y="300"/>
                  </a:lnTo>
                  <a:lnTo>
                    <a:pt x="249" y="293"/>
                  </a:lnTo>
                  <a:lnTo>
                    <a:pt x="251" y="288"/>
                  </a:lnTo>
                  <a:lnTo>
                    <a:pt x="258" y="278"/>
                  </a:lnTo>
                  <a:lnTo>
                    <a:pt x="262" y="271"/>
                  </a:lnTo>
                  <a:lnTo>
                    <a:pt x="274" y="261"/>
                  </a:lnTo>
                  <a:lnTo>
                    <a:pt x="274" y="251"/>
                  </a:lnTo>
                  <a:lnTo>
                    <a:pt x="276" y="245"/>
                  </a:lnTo>
                  <a:lnTo>
                    <a:pt x="280" y="242"/>
                  </a:lnTo>
                  <a:lnTo>
                    <a:pt x="285" y="242"/>
                  </a:lnTo>
                  <a:lnTo>
                    <a:pt x="295" y="227"/>
                  </a:lnTo>
                  <a:lnTo>
                    <a:pt x="310" y="215"/>
                  </a:lnTo>
                  <a:lnTo>
                    <a:pt x="321" y="204"/>
                  </a:lnTo>
                  <a:lnTo>
                    <a:pt x="327" y="191"/>
                  </a:lnTo>
                  <a:lnTo>
                    <a:pt x="340" y="181"/>
                  </a:lnTo>
                  <a:lnTo>
                    <a:pt x="365" y="168"/>
                  </a:lnTo>
                  <a:lnTo>
                    <a:pt x="370" y="163"/>
                  </a:lnTo>
                  <a:lnTo>
                    <a:pt x="381" y="154"/>
                  </a:lnTo>
                  <a:lnTo>
                    <a:pt x="385" y="147"/>
                  </a:lnTo>
                  <a:lnTo>
                    <a:pt x="386" y="142"/>
                  </a:lnTo>
                  <a:lnTo>
                    <a:pt x="385" y="136"/>
                  </a:lnTo>
                  <a:lnTo>
                    <a:pt x="386" y="132"/>
                  </a:lnTo>
                  <a:lnTo>
                    <a:pt x="404" y="111"/>
                  </a:lnTo>
                  <a:lnTo>
                    <a:pt x="404" y="105"/>
                  </a:lnTo>
                  <a:lnTo>
                    <a:pt x="400" y="104"/>
                  </a:lnTo>
                  <a:lnTo>
                    <a:pt x="394" y="106"/>
                  </a:lnTo>
                  <a:lnTo>
                    <a:pt x="391" y="108"/>
                  </a:lnTo>
                  <a:lnTo>
                    <a:pt x="385" y="114"/>
                  </a:lnTo>
                  <a:lnTo>
                    <a:pt x="384" y="120"/>
                  </a:lnTo>
                  <a:lnTo>
                    <a:pt x="376" y="127"/>
                  </a:lnTo>
                  <a:lnTo>
                    <a:pt x="376" y="120"/>
                  </a:lnTo>
                  <a:lnTo>
                    <a:pt x="376" y="117"/>
                  </a:lnTo>
                  <a:lnTo>
                    <a:pt x="422" y="69"/>
                  </a:lnTo>
                  <a:lnTo>
                    <a:pt x="413" y="81"/>
                  </a:lnTo>
                  <a:lnTo>
                    <a:pt x="409" y="87"/>
                  </a:lnTo>
                  <a:lnTo>
                    <a:pt x="407" y="95"/>
                  </a:lnTo>
                  <a:lnTo>
                    <a:pt x="409" y="99"/>
                  </a:lnTo>
                  <a:lnTo>
                    <a:pt x="481" y="38"/>
                  </a:lnTo>
                  <a:lnTo>
                    <a:pt x="502" y="24"/>
                  </a:lnTo>
                  <a:lnTo>
                    <a:pt x="513" y="15"/>
                  </a:lnTo>
                  <a:lnTo>
                    <a:pt x="522" y="9"/>
                  </a:lnTo>
                  <a:lnTo>
                    <a:pt x="530" y="5"/>
                  </a:lnTo>
                  <a:lnTo>
                    <a:pt x="536" y="1"/>
                  </a:lnTo>
                  <a:lnTo>
                    <a:pt x="543" y="0"/>
                  </a:lnTo>
                  <a:lnTo>
                    <a:pt x="532" y="6"/>
                  </a:lnTo>
                  <a:lnTo>
                    <a:pt x="527" y="10"/>
                  </a:lnTo>
                  <a:lnTo>
                    <a:pt x="519" y="17"/>
                  </a:lnTo>
                  <a:lnTo>
                    <a:pt x="512" y="24"/>
                  </a:lnTo>
                  <a:lnTo>
                    <a:pt x="507" y="32"/>
                  </a:lnTo>
                  <a:lnTo>
                    <a:pt x="463" y="79"/>
                  </a:lnTo>
                  <a:lnTo>
                    <a:pt x="439" y="113"/>
                  </a:lnTo>
                  <a:lnTo>
                    <a:pt x="412" y="149"/>
                  </a:lnTo>
                  <a:lnTo>
                    <a:pt x="333" y="264"/>
                  </a:lnTo>
                  <a:lnTo>
                    <a:pt x="322" y="285"/>
                  </a:lnTo>
                  <a:lnTo>
                    <a:pt x="316" y="291"/>
                  </a:lnTo>
                  <a:lnTo>
                    <a:pt x="310" y="300"/>
                  </a:lnTo>
                  <a:lnTo>
                    <a:pt x="310" y="306"/>
                  </a:lnTo>
                  <a:lnTo>
                    <a:pt x="301" y="311"/>
                  </a:lnTo>
                  <a:lnTo>
                    <a:pt x="302" y="315"/>
                  </a:lnTo>
                  <a:lnTo>
                    <a:pt x="292" y="328"/>
                  </a:lnTo>
                  <a:lnTo>
                    <a:pt x="244" y="430"/>
                  </a:lnTo>
                  <a:lnTo>
                    <a:pt x="239" y="435"/>
                  </a:lnTo>
                  <a:lnTo>
                    <a:pt x="238" y="442"/>
                  </a:lnTo>
                  <a:lnTo>
                    <a:pt x="237" y="449"/>
                  </a:lnTo>
                  <a:lnTo>
                    <a:pt x="234" y="452"/>
                  </a:lnTo>
                  <a:lnTo>
                    <a:pt x="231" y="454"/>
                  </a:lnTo>
                  <a:lnTo>
                    <a:pt x="229" y="458"/>
                  </a:lnTo>
                  <a:lnTo>
                    <a:pt x="228" y="461"/>
                  </a:lnTo>
                  <a:lnTo>
                    <a:pt x="228" y="465"/>
                  </a:lnTo>
                  <a:lnTo>
                    <a:pt x="226" y="467"/>
                  </a:lnTo>
                  <a:lnTo>
                    <a:pt x="223" y="471"/>
                  </a:lnTo>
                  <a:lnTo>
                    <a:pt x="221" y="474"/>
                  </a:lnTo>
                  <a:lnTo>
                    <a:pt x="220" y="476"/>
                  </a:lnTo>
                  <a:lnTo>
                    <a:pt x="221" y="480"/>
                  </a:lnTo>
                  <a:lnTo>
                    <a:pt x="223" y="483"/>
                  </a:lnTo>
                  <a:lnTo>
                    <a:pt x="225" y="485"/>
                  </a:lnTo>
                  <a:lnTo>
                    <a:pt x="228" y="484"/>
                  </a:lnTo>
                  <a:lnTo>
                    <a:pt x="230" y="481"/>
                  </a:lnTo>
                  <a:lnTo>
                    <a:pt x="234" y="481"/>
                  </a:lnTo>
                  <a:lnTo>
                    <a:pt x="231" y="484"/>
                  </a:lnTo>
                  <a:lnTo>
                    <a:pt x="229" y="488"/>
                  </a:lnTo>
                  <a:lnTo>
                    <a:pt x="228" y="490"/>
                  </a:lnTo>
                  <a:lnTo>
                    <a:pt x="224" y="494"/>
                  </a:lnTo>
                  <a:lnTo>
                    <a:pt x="221" y="497"/>
                  </a:lnTo>
                  <a:lnTo>
                    <a:pt x="219" y="499"/>
                  </a:lnTo>
                  <a:lnTo>
                    <a:pt x="216" y="502"/>
                  </a:lnTo>
                  <a:lnTo>
                    <a:pt x="211" y="503"/>
                  </a:lnTo>
                  <a:lnTo>
                    <a:pt x="199" y="501"/>
                  </a:lnTo>
                  <a:lnTo>
                    <a:pt x="182" y="499"/>
                  </a:lnTo>
                  <a:lnTo>
                    <a:pt x="153" y="49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71" name="Rectangle 78"/>
            <p:cNvSpPr>
              <a:spLocks noChangeAspect="1" noChangeArrowheads="1"/>
            </p:cNvSpPr>
            <p:nvPr/>
          </p:nvSpPr>
          <p:spPr bwMode="auto">
            <a:xfrm>
              <a:off x="1286" y="1782"/>
              <a:ext cx="0" cy="13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72" name="Freeform 79"/>
            <p:cNvSpPr>
              <a:spLocks noChangeAspect="1"/>
            </p:cNvSpPr>
            <p:nvPr/>
          </p:nvSpPr>
          <p:spPr bwMode="auto">
            <a:xfrm>
              <a:off x="1289" y="1791"/>
              <a:ext cx="72" cy="89"/>
            </a:xfrm>
            <a:custGeom>
              <a:avLst/>
              <a:gdLst>
                <a:gd name="T0" fmla="*/ 0 w 543"/>
                <a:gd name="T1" fmla="*/ 0 h 503"/>
                <a:gd name="T2" fmla="*/ 0 w 543"/>
                <a:gd name="T3" fmla="*/ 0 h 503"/>
                <a:gd name="T4" fmla="*/ 0 w 543"/>
                <a:gd name="T5" fmla="*/ 0 h 503"/>
                <a:gd name="T6" fmla="*/ 0 w 543"/>
                <a:gd name="T7" fmla="*/ 0 h 503"/>
                <a:gd name="T8" fmla="*/ 0 w 543"/>
                <a:gd name="T9" fmla="*/ 0 h 503"/>
                <a:gd name="T10" fmla="*/ 0 w 543"/>
                <a:gd name="T11" fmla="*/ 0 h 503"/>
                <a:gd name="T12" fmla="*/ 0 w 543"/>
                <a:gd name="T13" fmla="*/ 0 h 503"/>
                <a:gd name="T14" fmla="*/ 0 w 543"/>
                <a:gd name="T15" fmla="*/ 0 h 503"/>
                <a:gd name="T16" fmla="*/ 0 w 543"/>
                <a:gd name="T17" fmla="*/ 0 h 503"/>
                <a:gd name="T18" fmla="*/ 0 w 543"/>
                <a:gd name="T19" fmla="*/ 0 h 503"/>
                <a:gd name="T20" fmla="*/ 0 w 543"/>
                <a:gd name="T21" fmla="*/ 0 h 503"/>
                <a:gd name="T22" fmla="*/ 0 w 543"/>
                <a:gd name="T23" fmla="*/ 0 h 503"/>
                <a:gd name="T24" fmla="*/ 0 w 543"/>
                <a:gd name="T25" fmla="*/ 0 h 503"/>
                <a:gd name="T26" fmla="*/ 0 w 543"/>
                <a:gd name="T27" fmla="*/ 0 h 503"/>
                <a:gd name="T28" fmla="*/ 0 w 543"/>
                <a:gd name="T29" fmla="*/ 0 h 503"/>
                <a:gd name="T30" fmla="*/ 0 w 543"/>
                <a:gd name="T31" fmla="*/ 0 h 503"/>
                <a:gd name="T32" fmla="*/ 0 w 543"/>
                <a:gd name="T33" fmla="*/ 0 h 503"/>
                <a:gd name="T34" fmla="*/ 0 w 543"/>
                <a:gd name="T35" fmla="*/ 0 h 503"/>
                <a:gd name="T36" fmla="*/ 0 w 543"/>
                <a:gd name="T37" fmla="*/ 0 h 503"/>
                <a:gd name="T38" fmla="*/ 0 w 543"/>
                <a:gd name="T39" fmla="*/ 0 h 503"/>
                <a:gd name="T40" fmla="*/ 0 w 543"/>
                <a:gd name="T41" fmla="*/ 0 h 503"/>
                <a:gd name="T42" fmla="*/ 0 w 543"/>
                <a:gd name="T43" fmla="*/ 0 h 503"/>
                <a:gd name="T44" fmla="*/ 0 w 543"/>
                <a:gd name="T45" fmla="*/ 0 h 503"/>
                <a:gd name="T46" fmla="*/ 0 w 543"/>
                <a:gd name="T47" fmla="*/ 0 h 503"/>
                <a:gd name="T48" fmla="*/ 0 w 543"/>
                <a:gd name="T49" fmla="*/ 0 h 503"/>
                <a:gd name="T50" fmla="*/ 0 w 543"/>
                <a:gd name="T51" fmla="*/ 0 h 503"/>
                <a:gd name="T52" fmla="*/ 0 w 543"/>
                <a:gd name="T53" fmla="*/ 0 h 503"/>
                <a:gd name="T54" fmla="*/ 0 w 543"/>
                <a:gd name="T55" fmla="*/ 0 h 503"/>
                <a:gd name="T56" fmla="*/ 0 w 543"/>
                <a:gd name="T57" fmla="*/ 0 h 503"/>
                <a:gd name="T58" fmla="*/ 0 w 543"/>
                <a:gd name="T59" fmla="*/ 0 h 503"/>
                <a:gd name="T60" fmla="*/ 0 w 543"/>
                <a:gd name="T61" fmla="*/ 0 h 503"/>
                <a:gd name="T62" fmla="*/ 0 w 543"/>
                <a:gd name="T63" fmla="*/ 0 h 503"/>
                <a:gd name="T64" fmla="*/ 0 w 543"/>
                <a:gd name="T65" fmla="*/ 0 h 503"/>
                <a:gd name="T66" fmla="*/ 0 w 543"/>
                <a:gd name="T67" fmla="*/ 0 h 503"/>
                <a:gd name="T68" fmla="*/ 0 w 543"/>
                <a:gd name="T69" fmla="*/ 0 h 503"/>
                <a:gd name="T70" fmla="*/ 0 w 543"/>
                <a:gd name="T71" fmla="*/ 0 h 503"/>
                <a:gd name="T72" fmla="*/ 0 w 543"/>
                <a:gd name="T73" fmla="*/ 0 h 503"/>
                <a:gd name="T74" fmla="*/ 0 w 543"/>
                <a:gd name="T75" fmla="*/ 0 h 503"/>
                <a:gd name="T76" fmla="*/ 0 w 543"/>
                <a:gd name="T77" fmla="*/ 0 h 503"/>
                <a:gd name="T78" fmla="*/ 0 w 543"/>
                <a:gd name="T79" fmla="*/ 0 h 503"/>
                <a:gd name="T80" fmla="*/ 0 w 543"/>
                <a:gd name="T81" fmla="*/ 0 h 503"/>
                <a:gd name="T82" fmla="*/ 0 w 543"/>
                <a:gd name="T83" fmla="*/ 0 h 503"/>
                <a:gd name="T84" fmla="*/ 0 w 543"/>
                <a:gd name="T85" fmla="*/ 0 h 503"/>
                <a:gd name="T86" fmla="*/ 0 w 543"/>
                <a:gd name="T87" fmla="*/ 0 h 503"/>
                <a:gd name="T88" fmla="*/ 0 w 543"/>
                <a:gd name="T89" fmla="*/ 0 h 503"/>
                <a:gd name="T90" fmla="*/ 0 w 543"/>
                <a:gd name="T91" fmla="*/ 0 h 503"/>
                <a:gd name="T92" fmla="*/ 0 w 543"/>
                <a:gd name="T93" fmla="*/ 0 h 503"/>
                <a:gd name="T94" fmla="*/ 0 w 543"/>
                <a:gd name="T95" fmla="*/ 0 h 503"/>
                <a:gd name="T96" fmla="*/ 0 w 543"/>
                <a:gd name="T97" fmla="*/ 0 h 503"/>
                <a:gd name="T98" fmla="*/ 0 w 543"/>
                <a:gd name="T99" fmla="*/ 0 h 503"/>
                <a:gd name="T100" fmla="*/ 0 w 543"/>
                <a:gd name="T101" fmla="*/ 0 h 503"/>
                <a:gd name="T102" fmla="*/ 0 w 543"/>
                <a:gd name="T103" fmla="*/ 0 h 503"/>
                <a:gd name="T104" fmla="*/ 0 w 543"/>
                <a:gd name="T105" fmla="*/ 0 h 503"/>
                <a:gd name="T106" fmla="*/ 0 w 543"/>
                <a:gd name="T107" fmla="*/ 0 h 503"/>
                <a:gd name="T108" fmla="*/ 0 w 543"/>
                <a:gd name="T109" fmla="*/ 0 h 503"/>
                <a:gd name="T110" fmla="*/ 0 w 543"/>
                <a:gd name="T111" fmla="*/ 0 h 503"/>
                <a:gd name="T112" fmla="*/ 0 w 543"/>
                <a:gd name="T113" fmla="*/ 0 h 503"/>
                <a:gd name="T114" fmla="*/ 0 w 543"/>
                <a:gd name="T115" fmla="*/ 0 h 503"/>
                <a:gd name="T116" fmla="*/ 0 w 543"/>
                <a:gd name="T117" fmla="*/ 0 h 503"/>
                <a:gd name="T118" fmla="*/ 0 w 543"/>
                <a:gd name="T119" fmla="*/ 0 h 50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3"/>
                <a:gd name="T181" fmla="*/ 0 h 503"/>
                <a:gd name="T182" fmla="*/ 543 w 543"/>
                <a:gd name="T183" fmla="*/ 503 h 50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3" h="503">
                  <a:moveTo>
                    <a:pt x="153" y="498"/>
                  </a:moveTo>
                  <a:lnTo>
                    <a:pt x="126" y="498"/>
                  </a:lnTo>
                  <a:lnTo>
                    <a:pt x="94" y="498"/>
                  </a:lnTo>
                  <a:lnTo>
                    <a:pt x="91" y="495"/>
                  </a:lnTo>
                  <a:lnTo>
                    <a:pt x="91" y="492"/>
                  </a:lnTo>
                  <a:lnTo>
                    <a:pt x="91" y="475"/>
                  </a:lnTo>
                  <a:lnTo>
                    <a:pt x="91" y="456"/>
                  </a:lnTo>
                  <a:lnTo>
                    <a:pt x="88" y="435"/>
                  </a:lnTo>
                  <a:lnTo>
                    <a:pt x="82" y="411"/>
                  </a:lnTo>
                  <a:lnTo>
                    <a:pt x="82" y="407"/>
                  </a:lnTo>
                  <a:lnTo>
                    <a:pt x="82" y="403"/>
                  </a:lnTo>
                  <a:lnTo>
                    <a:pt x="84" y="401"/>
                  </a:lnTo>
                  <a:lnTo>
                    <a:pt x="86" y="398"/>
                  </a:lnTo>
                  <a:lnTo>
                    <a:pt x="86" y="394"/>
                  </a:lnTo>
                  <a:lnTo>
                    <a:pt x="84" y="390"/>
                  </a:lnTo>
                  <a:lnTo>
                    <a:pt x="82" y="384"/>
                  </a:lnTo>
                  <a:lnTo>
                    <a:pt x="77" y="380"/>
                  </a:lnTo>
                  <a:lnTo>
                    <a:pt x="74" y="380"/>
                  </a:lnTo>
                  <a:lnTo>
                    <a:pt x="74" y="383"/>
                  </a:lnTo>
                  <a:lnTo>
                    <a:pt x="75" y="390"/>
                  </a:lnTo>
                  <a:lnTo>
                    <a:pt x="77" y="401"/>
                  </a:lnTo>
                  <a:lnTo>
                    <a:pt x="69" y="388"/>
                  </a:lnTo>
                  <a:lnTo>
                    <a:pt x="65" y="378"/>
                  </a:lnTo>
                  <a:lnTo>
                    <a:pt x="59" y="373"/>
                  </a:lnTo>
                  <a:lnTo>
                    <a:pt x="55" y="365"/>
                  </a:lnTo>
                  <a:lnTo>
                    <a:pt x="62" y="364"/>
                  </a:lnTo>
                  <a:lnTo>
                    <a:pt x="59" y="355"/>
                  </a:lnTo>
                  <a:lnTo>
                    <a:pt x="55" y="346"/>
                  </a:lnTo>
                  <a:lnTo>
                    <a:pt x="51" y="338"/>
                  </a:lnTo>
                  <a:lnTo>
                    <a:pt x="46" y="330"/>
                  </a:lnTo>
                  <a:lnTo>
                    <a:pt x="39" y="324"/>
                  </a:lnTo>
                  <a:lnTo>
                    <a:pt x="33" y="321"/>
                  </a:lnTo>
                  <a:lnTo>
                    <a:pt x="30" y="320"/>
                  </a:lnTo>
                  <a:lnTo>
                    <a:pt x="27" y="319"/>
                  </a:lnTo>
                  <a:lnTo>
                    <a:pt x="9" y="298"/>
                  </a:lnTo>
                  <a:lnTo>
                    <a:pt x="2" y="293"/>
                  </a:lnTo>
                  <a:lnTo>
                    <a:pt x="0" y="277"/>
                  </a:lnTo>
                  <a:lnTo>
                    <a:pt x="6" y="255"/>
                  </a:lnTo>
                  <a:lnTo>
                    <a:pt x="13" y="256"/>
                  </a:lnTo>
                  <a:lnTo>
                    <a:pt x="34" y="266"/>
                  </a:lnTo>
                  <a:lnTo>
                    <a:pt x="62" y="285"/>
                  </a:lnTo>
                  <a:lnTo>
                    <a:pt x="98" y="314"/>
                  </a:lnTo>
                  <a:lnTo>
                    <a:pt x="112" y="329"/>
                  </a:lnTo>
                  <a:lnTo>
                    <a:pt x="120" y="339"/>
                  </a:lnTo>
                  <a:lnTo>
                    <a:pt x="130" y="353"/>
                  </a:lnTo>
                  <a:lnTo>
                    <a:pt x="141" y="367"/>
                  </a:lnTo>
                  <a:lnTo>
                    <a:pt x="146" y="371"/>
                  </a:lnTo>
                  <a:lnTo>
                    <a:pt x="152" y="374"/>
                  </a:lnTo>
                  <a:lnTo>
                    <a:pt x="157" y="370"/>
                  </a:lnTo>
                  <a:lnTo>
                    <a:pt x="160" y="365"/>
                  </a:lnTo>
                  <a:lnTo>
                    <a:pt x="162" y="358"/>
                  </a:lnTo>
                  <a:lnTo>
                    <a:pt x="167" y="358"/>
                  </a:lnTo>
                  <a:lnTo>
                    <a:pt x="173" y="351"/>
                  </a:lnTo>
                  <a:lnTo>
                    <a:pt x="178" y="347"/>
                  </a:lnTo>
                  <a:lnTo>
                    <a:pt x="221" y="280"/>
                  </a:lnTo>
                  <a:lnTo>
                    <a:pt x="239" y="255"/>
                  </a:lnTo>
                  <a:lnTo>
                    <a:pt x="244" y="252"/>
                  </a:lnTo>
                  <a:lnTo>
                    <a:pt x="256" y="247"/>
                  </a:lnTo>
                  <a:lnTo>
                    <a:pt x="256" y="238"/>
                  </a:lnTo>
                  <a:lnTo>
                    <a:pt x="260" y="234"/>
                  </a:lnTo>
                  <a:lnTo>
                    <a:pt x="263" y="230"/>
                  </a:lnTo>
                  <a:lnTo>
                    <a:pt x="270" y="219"/>
                  </a:lnTo>
                  <a:lnTo>
                    <a:pt x="272" y="213"/>
                  </a:lnTo>
                  <a:lnTo>
                    <a:pt x="280" y="204"/>
                  </a:lnTo>
                  <a:lnTo>
                    <a:pt x="294" y="186"/>
                  </a:lnTo>
                  <a:lnTo>
                    <a:pt x="297" y="186"/>
                  </a:lnTo>
                  <a:lnTo>
                    <a:pt x="298" y="182"/>
                  </a:lnTo>
                  <a:lnTo>
                    <a:pt x="335" y="145"/>
                  </a:lnTo>
                  <a:lnTo>
                    <a:pt x="334" y="149"/>
                  </a:lnTo>
                  <a:lnTo>
                    <a:pt x="283" y="214"/>
                  </a:lnTo>
                  <a:lnTo>
                    <a:pt x="278" y="219"/>
                  </a:lnTo>
                  <a:lnTo>
                    <a:pt x="272" y="225"/>
                  </a:lnTo>
                  <a:lnTo>
                    <a:pt x="270" y="232"/>
                  </a:lnTo>
                  <a:lnTo>
                    <a:pt x="269" y="238"/>
                  </a:lnTo>
                  <a:lnTo>
                    <a:pt x="266" y="246"/>
                  </a:lnTo>
                  <a:lnTo>
                    <a:pt x="260" y="251"/>
                  </a:lnTo>
                  <a:lnTo>
                    <a:pt x="257" y="257"/>
                  </a:lnTo>
                  <a:lnTo>
                    <a:pt x="252" y="262"/>
                  </a:lnTo>
                  <a:lnTo>
                    <a:pt x="251" y="271"/>
                  </a:lnTo>
                  <a:lnTo>
                    <a:pt x="252" y="278"/>
                  </a:lnTo>
                  <a:lnTo>
                    <a:pt x="248" y="284"/>
                  </a:lnTo>
                  <a:lnTo>
                    <a:pt x="240" y="289"/>
                  </a:lnTo>
                  <a:lnTo>
                    <a:pt x="240" y="294"/>
                  </a:lnTo>
                  <a:lnTo>
                    <a:pt x="234" y="302"/>
                  </a:lnTo>
                  <a:lnTo>
                    <a:pt x="230" y="309"/>
                  </a:lnTo>
                  <a:lnTo>
                    <a:pt x="230" y="315"/>
                  </a:lnTo>
                  <a:lnTo>
                    <a:pt x="233" y="320"/>
                  </a:lnTo>
                  <a:lnTo>
                    <a:pt x="237" y="323"/>
                  </a:lnTo>
                  <a:lnTo>
                    <a:pt x="240" y="320"/>
                  </a:lnTo>
                  <a:lnTo>
                    <a:pt x="246" y="307"/>
                  </a:lnTo>
                  <a:lnTo>
                    <a:pt x="249" y="300"/>
                  </a:lnTo>
                  <a:lnTo>
                    <a:pt x="249" y="293"/>
                  </a:lnTo>
                  <a:lnTo>
                    <a:pt x="251" y="288"/>
                  </a:lnTo>
                  <a:lnTo>
                    <a:pt x="258" y="278"/>
                  </a:lnTo>
                  <a:lnTo>
                    <a:pt x="262" y="271"/>
                  </a:lnTo>
                  <a:lnTo>
                    <a:pt x="274" y="261"/>
                  </a:lnTo>
                  <a:lnTo>
                    <a:pt x="274" y="251"/>
                  </a:lnTo>
                  <a:lnTo>
                    <a:pt x="276" y="245"/>
                  </a:lnTo>
                  <a:lnTo>
                    <a:pt x="280" y="242"/>
                  </a:lnTo>
                  <a:lnTo>
                    <a:pt x="285" y="242"/>
                  </a:lnTo>
                  <a:lnTo>
                    <a:pt x="295" y="227"/>
                  </a:lnTo>
                  <a:lnTo>
                    <a:pt x="310" y="215"/>
                  </a:lnTo>
                  <a:lnTo>
                    <a:pt x="321" y="204"/>
                  </a:lnTo>
                  <a:lnTo>
                    <a:pt x="327" y="191"/>
                  </a:lnTo>
                  <a:lnTo>
                    <a:pt x="340" y="181"/>
                  </a:lnTo>
                  <a:lnTo>
                    <a:pt x="365" y="168"/>
                  </a:lnTo>
                  <a:lnTo>
                    <a:pt x="370" y="163"/>
                  </a:lnTo>
                  <a:lnTo>
                    <a:pt x="381" y="154"/>
                  </a:lnTo>
                  <a:lnTo>
                    <a:pt x="385" y="147"/>
                  </a:lnTo>
                  <a:lnTo>
                    <a:pt x="386" y="142"/>
                  </a:lnTo>
                  <a:lnTo>
                    <a:pt x="385" y="136"/>
                  </a:lnTo>
                  <a:lnTo>
                    <a:pt x="386" y="132"/>
                  </a:lnTo>
                  <a:lnTo>
                    <a:pt x="404" y="111"/>
                  </a:lnTo>
                  <a:lnTo>
                    <a:pt x="404" y="105"/>
                  </a:lnTo>
                  <a:lnTo>
                    <a:pt x="400" y="104"/>
                  </a:lnTo>
                  <a:lnTo>
                    <a:pt x="394" y="106"/>
                  </a:lnTo>
                  <a:lnTo>
                    <a:pt x="391" y="108"/>
                  </a:lnTo>
                  <a:lnTo>
                    <a:pt x="385" y="114"/>
                  </a:lnTo>
                  <a:lnTo>
                    <a:pt x="384" y="120"/>
                  </a:lnTo>
                  <a:lnTo>
                    <a:pt x="376" y="127"/>
                  </a:lnTo>
                  <a:lnTo>
                    <a:pt x="376" y="120"/>
                  </a:lnTo>
                  <a:lnTo>
                    <a:pt x="376" y="117"/>
                  </a:lnTo>
                  <a:lnTo>
                    <a:pt x="422" y="69"/>
                  </a:lnTo>
                  <a:lnTo>
                    <a:pt x="413" y="81"/>
                  </a:lnTo>
                  <a:lnTo>
                    <a:pt x="409" y="87"/>
                  </a:lnTo>
                  <a:lnTo>
                    <a:pt x="407" y="95"/>
                  </a:lnTo>
                  <a:lnTo>
                    <a:pt x="409" y="99"/>
                  </a:lnTo>
                  <a:lnTo>
                    <a:pt x="481" y="38"/>
                  </a:lnTo>
                  <a:lnTo>
                    <a:pt x="502" y="24"/>
                  </a:lnTo>
                  <a:lnTo>
                    <a:pt x="513" y="15"/>
                  </a:lnTo>
                  <a:lnTo>
                    <a:pt x="522" y="9"/>
                  </a:lnTo>
                  <a:lnTo>
                    <a:pt x="530" y="5"/>
                  </a:lnTo>
                  <a:lnTo>
                    <a:pt x="536" y="1"/>
                  </a:lnTo>
                  <a:lnTo>
                    <a:pt x="543" y="0"/>
                  </a:lnTo>
                  <a:lnTo>
                    <a:pt x="532" y="6"/>
                  </a:lnTo>
                  <a:lnTo>
                    <a:pt x="527" y="10"/>
                  </a:lnTo>
                  <a:lnTo>
                    <a:pt x="519" y="17"/>
                  </a:lnTo>
                  <a:lnTo>
                    <a:pt x="512" y="24"/>
                  </a:lnTo>
                  <a:lnTo>
                    <a:pt x="507" y="32"/>
                  </a:lnTo>
                  <a:lnTo>
                    <a:pt x="463" y="79"/>
                  </a:lnTo>
                  <a:lnTo>
                    <a:pt x="439" y="113"/>
                  </a:lnTo>
                  <a:lnTo>
                    <a:pt x="412" y="149"/>
                  </a:lnTo>
                  <a:lnTo>
                    <a:pt x="333" y="264"/>
                  </a:lnTo>
                  <a:lnTo>
                    <a:pt x="322" y="285"/>
                  </a:lnTo>
                  <a:lnTo>
                    <a:pt x="316" y="291"/>
                  </a:lnTo>
                  <a:lnTo>
                    <a:pt x="310" y="300"/>
                  </a:lnTo>
                  <a:lnTo>
                    <a:pt x="310" y="306"/>
                  </a:lnTo>
                  <a:lnTo>
                    <a:pt x="301" y="311"/>
                  </a:lnTo>
                  <a:lnTo>
                    <a:pt x="302" y="315"/>
                  </a:lnTo>
                  <a:lnTo>
                    <a:pt x="292" y="328"/>
                  </a:lnTo>
                  <a:lnTo>
                    <a:pt x="244" y="430"/>
                  </a:lnTo>
                  <a:lnTo>
                    <a:pt x="239" y="435"/>
                  </a:lnTo>
                  <a:lnTo>
                    <a:pt x="238" y="442"/>
                  </a:lnTo>
                  <a:lnTo>
                    <a:pt x="237" y="449"/>
                  </a:lnTo>
                  <a:lnTo>
                    <a:pt x="234" y="452"/>
                  </a:lnTo>
                  <a:lnTo>
                    <a:pt x="231" y="454"/>
                  </a:lnTo>
                  <a:lnTo>
                    <a:pt x="229" y="458"/>
                  </a:lnTo>
                  <a:lnTo>
                    <a:pt x="228" y="461"/>
                  </a:lnTo>
                  <a:lnTo>
                    <a:pt x="228" y="465"/>
                  </a:lnTo>
                  <a:lnTo>
                    <a:pt x="226" y="467"/>
                  </a:lnTo>
                  <a:lnTo>
                    <a:pt x="223" y="471"/>
                  </a:lnTo>
                  <a:lnTo>
                    <a:pt x="221" y="474"/>
                  </a:lnTo>
                  <a:lnTo>
                    <a:pt x="220" y="476"/>
                  </a:lnTo>
                  <a:lnTo>
                    <a:pt x="221" y="480"/>
                  </a:lnTo>
                  <a:lnTo>
                    <a:pt x="223" y="483"/>
                  </a:lnTo>
                  <a:lnTo>
                    <a:pt x="225" y="485"/>
                  </a:lnTo>
                  <a:lnTo>
                    <a:pt x="228" y="484"/>
                  </a:lnTo>
                  <a:lnTo>
                    <a:pt x="230" y="481"/>
                  </a:lnTo>
                  <a:lnTo>
                    <a:pt x="234" y="481"/>
                  </a:lnTo>
                  <a:lnTo>
                    <a:pt x="231" y="484"/>
                  </a:lnTo>
                  <a:lnTo>
                    <a:pt x="229" y="488"/>
                  </a:lnTo>
                  <a:lnTo>
                    <a:pt x="228" y="490"/>
                  </a:lnTo>
                  <a:lnTo>
                    <a:pt x="224" y="494"/>
                  </a:lnTo>
                  <a:lnTo>
                    <a:pt x="221" y="497"/>
                  </a:lnTo>
                  <a:lnTo>
                    <a:pt x="219" y="499"/>
                  </a:lnTo>
                  <a:lnTo>
                    <a:pt x="216" y="502"/>
                  </a:lnTo>
                  <a:lnTo>
                    <a:pt x="211" y="503"/>
                  </a:lnTo>
                  <a:lnTo>
                    <a:pt x="199" y="501"/>
                  </a:lnTo>
                  <a:lnTo>
                    <a:pt x="182" y="499"/>
                  </a:lnTo>
                  <a:lnTo>
                    <a:pt x="153" y="49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73" name="Rectangle 81"/>
            <p:cNvSpPr>
              <a:spLocks noChangeAspect="1" noChangeArrowheads="1"/>
            </p:cNvSpPr>
            <p:nvPr/>
          </p:nvSpPr>
          <p:spPr bwMode="auto">
            <a:xfrm>
              <a:off x="1286" y="1874"/>
              <a:ext cx="0" cy="13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74" name="Freeform 82"/>
            <p:cNvSpPr>
              <a:spLocks noChangeAspect="1"/>
            </p:cNvSpPr>
            <p:nvPr/>
          </p:nvSpPr>
          <p:spPr bwMode="auto">
            <a:xfrm>
              <a:off x="1289" y="1883"/>
              <a:ext cx="72" cy="89"/>
            </a:xfrm>
            <a:custGeom>
              <a:avLst/>
              <a:gdLst>
                <a:gd name="T0" fmla="*/ 0 w 543"/>
                <a:gd name="T1" fmla="*/ 0 h 503"/>
                <a:gd name="T2" fmla="*/ 0 w 543"/>
                <a:gd name="T3" fmla="*/ 0 h 503"/>
                <a:gd name="T4" fmla="*/ 0 w 543"/>
                <a:gd name="T5" fmla="*/ 0 h 503"/>
                <a:gd name="T6" fmla="*/ 0 w 543"/>
                <a:gd name="T7" fmla="*/ 0 h 503"/>
                <a:gd name="T8" fmla="*/ 0 w 543"/>
                <a:gd name="T9" fmla="*/ 0 h 503"/>
                <a:gd name="T10" fmla="*/ 0 w 543"/>
                <a:gd name="T11" fmla="*/ 0 h 503"/>
                <a:gd name="T12" fmla="*/ 0 w 543"/>
                <a:gd name="T13" fmla="*/ 0 h 503"/>
                <a:gd name="T14" fmla="*/ 0 w 543"/>
                <a:gd name="T15" fmla="*/ 0 h 503"/>
                <a:gd name="T16" fmla="*/ 0 w 543"/>
                <a:gd name="T17" fmla="*/ 0 h 503"/>
                <a:gd name="T18" fmla="*/ 0 w 543"/>
                <a:gd name="T19" fmla="*/ 0 h 503"/>
                <a:gd name="T20" fmla="*/ 0 w 543"/>
                <a:gd name="T21" fmla="*/ 0 h 503"/>
                <a:gd name="T22" fmla="*/ 0 w 543"/>
                <a:gd name="T23" fmla="*/ 0 h 503"/>
                <a:gd name="T24" fmla="*/ 0 w 543"/>
                <a:gd name="T25" fmla="*/ 0 h 503"/>
                <a:gd name="T26" fmla="*/ 0 w 543"/>
                <a:gd name="T27" fmla="*/ 0 h 503"/>
                <a:gd name="T28" fmla="*/ 0 w 543"/>
                <a:gd name="T29" fmla="*/ 0 h 503"/>
                <a:gd name="T30" fmla="*/ 0 w 543"/>
                <a:gd name="T31" fmla="*/ 0 h 503"/>
                <a:gd name="T32" fmla="*/ 0 w 543"/>
                <a:gd name="T33" fmla="*/ 0 h 503"/>
                <a:gd name="T34" fmla="*/ 0 w 543"/>
                <a:gd name="T35" fmla="*/ 0 h 503"/>
                <a:gd name="T36" fmla="*/ 0 w 543"/>
                <a:gd name="T37" fmla="*/ 0 h 503"/>
                <a:gd name="T38" fmla="*/ 0 w 543"/>
                <a:gd name="T39" fmla="*/ 0 h 503"/>
                <a:gd name="T40" fmla="*/ 0 w 543"/>
                <a:gd name="T41" fmla="*/ 0 h 503"/>
                <a:gd name="T42" fmla="*/ 0 w 543"/>
                <a:gd name="T43" fmla="*/ 0 h 503"/>
                <a:gd name="T44" fmla="*/ 0 w 543"/>
                <a:gd name="T45" fmla="*/ 0 h 503"/>
                <a:gd name="T46" fmla="*/ 0 w 543"/>
                <a:gd name="T47" fmla="*/ 0 h 503"/>
                <a:gd name="T48" fmla="*/ 0 w 543"/>
                <a:gd name="T49" fmla="*/ 0 h 503"/>
                <a:gd name="T50" fmla="*/ 0 w 543"/>
                <a:gd name="T51" fmla="*/ 0 h 503"/>
                <a:gd name="T52" fmla="*/ 0 w 543"/>
                <a:gd name="T53" fmla="*/ 0 h 503"/>
                <a:gd name="T54" fmla="*/ 0 w 543"/>
                <a:gd name="T55" fmla="*/ 0 h 503"/>
                <a:gd name="T56" fmla="*/ 0 w 543"/>
                <a:gd name="T57" fmla="*/ 0 h 503"/>
                <a:gd name="T58" fmla="*/ 0 w 543"/>
                <a:gd name="T59" fmla="*/ 0 h 503"/>
                <a:gd name="T60" fmla="*/ 0 w 543"/>
                <a:gd name="T61" fmla="*/ 0 h 503"/>
                <a:gd name="T62" fmla="*/ 0 w 543"/>
                <a:gd name="T63" fmla="*/ 0 h 503"/>
                <a:gd name="T64" fmla="*/ 0 w 543"/>
                <a:gd name="T65" fmla="*/ 0 h 503"/>
                <a:gd name="T66" fmla="*/ 0 w 543"/>
                <a:gd name="T67" fmla="*/ 0 h 503"/>
                <a:gd name="T68" fmla="*/ 0 w 543"/>
                <a:gd name="T69" fmla="*/ 0 h 503"/>
                <a:gd name="T70" fmla="*/ 0 w 543"/>
                <a:gd name="T71" fmla="*/ 0 h 503"/>
                <a:gd name="T72" fmla="*/ 0 w 543"/>
                <a:gd name="T73" fmla="*/ 0 h 503"/>
                <a:gd name="T74" fmla="*/ 0 w 543"/>
                <a:gd name="T75" fmla="*/ 0 h 503"/>
                <a:gd name="T76" fmla="*/ 0 w 543"/>
                <a:gd name="T77" fmla="*/ 0 h 503"/>
                <a:gd name="T78" fmla="*/ 0 w 543"/>
                <a:gd name="T79" fmla="*/ 0 h 503"/>
                <a:gd name="T80" fmla="*/ 0 w 543"/>
                <a:gd name="T81" fmla="*/ 0 h 503"/>
                <a:gd name="T82" fmla="*/ 0 w 543"/>
                <a:gd name="T83" fmla="*/ 0 h 503"/>
                <a:gd name="T84" fmla="*/ 0 w 543"/>
                <a:gd name="T85" fmla="*/ 0 h 503"/>
                <a:gd name="T86" fmla="*/ 0 w 543"/>
                <a:gd name="T87" fmla="*/ 0 h 503"/>
                <a:gd name="T88" fmla="*/ 0 w 543"/>
                <a:gd name="T89" fmla="*/ 0 h 503"/>
                <a:gd name="T90" fmla="*/ 0 w 543"/>
                <a:gd name="T91" fmla="*/ 0 h 503"/>
                <a:gd name="T92" fmla="*/ 0 w 543"/>
                <a:gd name="T93" fmla="*/ 0 h 503"/>
                <a:gd name="T94" fmla="*/ 0 w 543"/>
                <a:gd name="T95" fmla="*/ 0 h 503"/>
                <a:gd name="T96" fmla="*/ 0 w 543"/>
                <a:gd name="T97" fmla="*/ 0 h 503"/>
                <a:gd name="T98" fmla="*/ 0 w 543"/>
                <a:gd name="T99" fmla="*/ 0 h 503"/>
                <a:gd name="T100" fmla="*/ 0 w 543"/>
                <a:gd name="T101" fmla="*/ 0 h 503"/>
                <a:gd name="T102" fmla="*/ 0 w 543"/>
                <a:gd name="T103" fmla="*/ 0 h 503"/>
                <a:gd name="T104" fmla="*/ 0 w 543"/>
                <a:gd name="T105" fmla="*/ 0 h 503"/>
                <a:gd name="T106" fmla="*/ 0 w 543"/>
                <a:gd name="T107" fmla="*/ 0 h 503"/>
                <a:gd name="T108" fmla="*/ 0 w 543"/>
                <a:gd name="T109" fmla="*/ 0 h 503"/>
                <a:gd name="T110" fmla="*/ 0 w 543"/>
                <a:gd name="T111" fmla="*/ 0 h 503"/>
                <a:gd name="T112" fmla="*/ 0 w 543"/>
                <a:gd name="T113" fmla="*/ 0 h 503"/>
                <a:gd name="T114" fmla="*/ 0 w 543"/>
                <a:gd name="T115" fmla="*/ 0 h 503"/>
                <a:gd name="T116" fmla="*/ 0 w 543"/>
                <a:gd name="T117" fmla="*/ 0 h 503"/>
                <a:gd name="T118" fmla="*/ 0 w 543"/>
                <a:gd name="T119" fmla="*/ 0 h 50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3"/>
                <a:gd name="T181" fmla="*/ 0 h 503"/>
                <a:gd name="T182" fmla="*/ 543 w 543"/>
                <a:gd name="T183" fmla="*/ 503 h 50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3" h="503">
                  <a:moveTo>
                    <a:pt x="153" y="498"/>
                  </a:moveTo>
                  <a:lnTo>
                    <a:pt x="126" y="498"/>
                  </a:lnTo>
                  <a:lnTo>
                    <a:pt x="94" y="498"/>
                  </a:lnTo>
                  <a:lnTo>
                    <a:pt x="91" y="495"/>
                  </a:lnTo>
                  <a:lnTo>
                    <a:pt x="91" y="492"/>
                  </a:lnTo>
                  <a:lnTo>
                    <a:pt x="91" y="475"/>
                  </a:lnTo>
                  <a:lnTo>
                    <a:pt x="91" y="456"/>
                  </a:lnTo>
                  <a:lnTo>
                    <a:pt x="88" y="435"/>
                  </a:lnTo>
                  <a:lnTo>
                    <a:pt x="82" y="411"/>
                  </a:lnTo>
                  <a:lnTo>
                    <a:pt x="82" y="407"/>
                  </a:lnTo>
                  <a:lnTo>
                    <a:pt x="82" y="403"/>
                  </a:lnTo>
                  <a:lnTo>
                    <a:pt x="84" y="401"/>
                  </a:lnTo>
                  <a:lnTo>
                    <a:pt x="86" y="398"/>
                  </a:lnTo>
                  <a:lnTo>
                    <a:pt x="86" y="394"/>
                  </a:lnTo>
                  <a:lnTo>
                    <a:pt x="84" y="390"/>
                  </a:lnTo>
                  <a:lnTo>
                    <a:pt x="82" y="384"/>
                  </a:lnTo>
                  <a:lnTo>
                    <a:pt x="77" y="380"/>
                  </a:lnTo>
                  <a:lnTo>
                    <a:pt x="74" y="380"/>
                  </a:lnTo>
                  <a:lnTo>
                    <a:pt x="74" y="383"/>
                  </a:lnTo>
                  <a:lnTo>
                    <a:pt x="75" y="390"/>
                  </a:lnTo>
                  <a:lnTo>
                    <a:pt x="77" y="401"/>
                  </a:lnTo>
                  <a:lnTo>
                    <a:pt x="69" y="388"/>
                  </a:lnTo>
                  <a:lnTo>
                    <a:pt x="65" y="378"/>
                  </a:lnTo>
                  <a:lnTo>
                    <a:pt x="59" y="373"/>
                  </a:lnTo>
                  <a:lnTo>
                    <a:pt x="55" y="365"/>
                  </a:lnTo>
                  <a:lnTo>
                    <a:pt x="62" y="364"/>
                  </a:lnTo>
                  <a:lnTo>
                    <a:pt x="59" y="355"/>
                  </a:lnTo>
                  <a:lnTo>
                    <a:pt x="55" y="346"/>
                  </a:lnTo>
                  <a:lnTo>
                    <a:pt x="51" y="338"/>
                  </a:lnTo>
                  <a:lnTo>
                    <a:pt x="46" y="330"/>
                  </a:lnTo>
                  <a:lnTo>
                    <a:pt x="39" y="324"/>
                  </a:lnTo>
                  <a:lnTo>
                    <a:pt x="33" y="321"/>
                  </a:lnTo>
                  <a:lnTo>
                    <a:pt x="30" y="320"/>
                  </a:lnTo>
                  <a:lnTo>
                    <a:pt x="27" y="319"/>
                  </a:lnTo>
                  <a:lnTo>
                    <a:pt x="9" y="298"/>
                  </a:lnTo>
                  <a:lnTo>
                    <a:pt x="2" y="293"/>
                  </a:lnTo>
                  <a:lnTo>
                    <a:pt x="0" y="277"/>
                  </a:lnTo>
                  <a:lnTo>
                    <a:pt x="6" y="255"/>
                  </a:lnTo>
                  <a:lnTo>
                    <a:pt x="13" y="256"/>
                  </a:lnTo>
                  <a:lnTo>
                    <a:pt x="34" y="266"/>
                  </a:lnTo>
                  <a:lnTo>
                    <a:pt x="62" y="285"/>
                  </a:lnTo>
                  <a:lnTo>
                    <a:pt x="98" y="314"/>
                  </a:lnTo>
                  <a:lnTo>
                    <a:pt x="112" y="329"/>
                  </a:lnTo>
                  <a:lnTo>
                    <a:pt x="120" y="339"/>
                  </a:lnTo>
                  <a:lnTo>
                    <a:pt x="130" y="353"/>
                  </a:lnTo>
                  <a:lnTo>
                    <a:pt x="141" y="367"/>
                  </a:lnTo>
                  <a:lnTo>
                    <a:pt x="146" y="371"/>
                  </a:lnTo>
                  <a:lnTo>
                    <a:pt x="152" y="374"/>
                  </a:lnTo>
                  <a:lnTo>
                    <a:pt x="157" y="370"/>
                  </a:lnTo>
                  <a:lnTo>
                    <a:pt x="160" y="365"/>
                  </a:lnTo>
                  <a:lnTo>
                    <a:pt x="162" y="358"/>
                  </a:lnTo>
                  <a:lnTo>
                    <a:pt x="167" y="358"/>
                  </a:lnTo>
                  <a:lnTo>
                    <a:pt x="173" y="351"/>
                  </a:lnTo>
                  <a:lnTo>
                    <a:pt x="178" y="347"/>
                  </a:lnTo>
                  <a:lnTo>
                    <a:pt x="221" y="280"/>
                  </a:lnTo>
                  <a:lnTo>
                    <a:pt x="239" y="255"/>
                  </a:lnTo>
                  <a:lnTo>
                    <a:pt x="244" y="252"/>
                  </a:lnTo>
                  <a:lnTo>
                    <a:pt x="256" y="247"/>
                  </a:lnTo>
                  <a:lnTo>
                    <a:pt x="256" y="238"/>
                  </a:lnTo>
                  <a:lnTo>
                    <a:pt x="260" y="234"/>
                  </a:lnTo>
                  <a:lnTo>
                    <a:pt x="263" y="230"/>
                  </a:lnTo>
                  <a:lnTo>
                    <a:pt x="270" y="219"/>
                  </a:lnTo>
                  <a:lnTo>
                    <a:pt x="272" y="213"/>
                  </a:lnTo>
                  <a:lnTo>
                    <a:pt x="280" y="204"/>
                  </a:lnTo>
                  <a:lnTo>
                    <a:pt x="294" y="186"/>
                  </a:lnTo>
                  <a:lnTo>
                    <a:pt x="297" y="186"/>
                  </a:lnTo>
                  <a:lnTo>
                    <a:pt x="298" y="182"/>
                  </a:lnTo>
                  <a:lnTo>
                    <a:pt x="335" y="145"/>
                  </a:lnTo>
                  <a:lnTo>
                    <a:pt x="334" y="149"/>
                  </a:lnTo>
                  <a:lnTo>
                    <a:pt x="283" y="214"/>
                  </a:lnTo>
                  <a:lnTo>
                    <a:pt x="278" y="219"/>
                  </a:lnTo>
                  <a:lnTo>
                    <a:pt x="272" y="225"/>
                  </a:lnTo>
                  <a:lnTo>
                    <a:pt x="270" y="232"/>
                  </a:lnTo>
                  <a:lnTo>
                    <a:pt x="269" y="238"/>
                  </a:lnTo>
                  <a:lnTo>
                    <a:pt x="266" y="246"/>
                  </a:lnTo>
                  <a:lnTo>
                    <a:pt x="260" y="251"/>
                  </a:lnTo>
                  <a:lnTo>
                    <a:pt x="257" y="257"/>
                  </a:lnTo>
                  <a:lnTo>
                    <a:pt x="252" y="262"/>
                  </a:lnTo>
                  <a:lnTo>
                    <a:pt x="251" y="271"/>
                  </a:lnTo>
                  <a:lnTo>
                    <a:pt x="252" y="278"/>
                  </a:lnTo>
                  <a:lnTo>
                    <a:pt x="248" y="284"/>
                  </a:lnTo>
                  <a:lnTo>
                    <a:pt x="240" y="289"/>
                  </a:lnTo>
                  <a:lnTo>
                    <a:pt x="240" y="294"/>
                  </a:lnTo>
                  <a:lnTo>
                    <a:pt x="234" y="302"/>
                  </a:lnTo>
                  <a:lnTo>
                    <a:pt x="230" y="309"/>
                  </a:lnTo>
                  <a:lnTo>
                    <a:pt x="230" y="315"/>
                  </a:lnTo>
                  <a:lnTo>
                    <a:pt x="233" y="320"/>
                  </a:lnTo>
                  <a:lnTo>
                    <a:pt x="237" y="323"/>
                  </a:lnTo>
                  <a:lnTo>
                    <a:pt x="240" y="320"/>
                  </a:lnTo>
                  <a:lnTo>
                    <a:pt x="246" y="307"/>
                  </a:lnTo>
                  <a:lnTo>
                    <a:pt x="249" y="300"/>
                  </a:lnTo>
                  <a:lnTo>
                    <a:pt x="249" y="293"/>
                  </a:lnTo>
                  <a:lnTo>
                    <a:pt x="251" y="288"/>
                  </a:lnTo>
                  <a:lnTo>
                    <a:pt x="258" y="278"/>
                  </a:lnTo>
                  <a:lnTo>
                    <a:pt x="262" y="271"/>
                  </a:lnTo>
                  <a:lnTo>
                    <a:pt x="274" y="261"/>
                  </a:lnTo>
                  <a:lnTo>
                    <a:pt x="274" y="251"/>
                  </a:lnTo>
                  <a:lnTo>
                    <a:pt x="276" y="245"/>
                  </a:lnTo>
                  <a:lnTo>
                    <a:pt x="280" y="242"/>
                  </a:lnTo>
                  <a:lnTo>
                    <a:pt x="285" y="242"/>
                  </a:lnTo>
                  <a:lnTo>
                    <a:pt x="295" y="227"/>
                  </a:lnTo>
                  <a:lnTo>
                    <a:pt x="310" y="215"/>
                  </a:lnTo>
                  <a:lnTo>
                    <a:pt x="321" y="204"/>
                  </a:lnTo>
                  <a:lnTo>
                    <a:pt x="327" y="191"/>
                  </a:lnTo>
                  <a:lnTo>
                    <a:pt x="340" y="181"/>
                  </a:lnTo>
                  <a:lnTo>
                    <a:pt x="365" y="168"/>
                  </a:lnTo>
                  <a:lnTo>
                    <a:pt x="370" y="163"/>
                  </a:lnTo>
                  <a:lnTo>
                    <a:pt x="381" y="154"/>
                  </a:lnTo>
                  <a:lnTo>
                    <a:pt x="385" y="147"/>
                  </a:lnTo>
                  <a:lnTo>
                    <a:pt x="386" y="142"/>
                  </a:lnTo>
                  <a:lnTo>
                    <a:pt x="385" y="136"/>
                  </a:lnTo>
                  <a:lnTo>
                    <a:pt x="386" y="132"/>
                  </a:lnTo>
                  <a:lnTo>
                    <a:pt x="404" y="111"/>
                  </a:lnTo>
                  <a:lnTo>
                    <a:pt x="404" y="105"/>
                  </a:lnTo>
                  <a:lnTo>
                    <a:pt x="400" y="104"/>
                  </a:lnTo>
                  <a:lnTo>
                    <a:pt x="394" y="106"/>
                  </a:lnTo>
                  <a:lnTo>
                    <a:pt x="391" y="108"/>
                  </a:lnTo>
                  <a:lnTo>
                    <a:pt x="385" y="114"/>
                  </a:lnTo>
                  <a:lnTo>
                    <a:pt x="384" y="120"/>
                  </a:lnTo>
                  <a:lnTo>
                    <a:pt x="376" y="127"/>
                  </a:lnTo>
                  <a:lnTo>
                    <a:pt x="376" y="120"/>
                  </a:lnTo>
                  <a:lnTo>
                    <a:pt x="376" y="117"/>
                  </a:lnTo>
                  <a:lnTo>
                    <a:pt x="422" y="69"/>
                  </a:lnTo>
                  <a:lnTo>
                    <a:pt x="413" y="81"/>
                  </a:lnTo>
                  <a:lnTo>
                    <a:pt x="409" y="87"/>
                  </a:lnTo>
                  <a:lnTo>
                    <a:pt x="407" y="95"/>
                  </a:lnTo>
                  <a:lnTo>
                    <a:pt x="409" y="99"/>
                  </a:lnTo>
                  <a:lnTo>
                    <a:pt x="481" y="38"/>
                  </a:lnTo>
                  <a:lnTo>
                    <a:pt x="502" y="24"/>
                  </a:lnTo>
                  <a:lnTo>
                    <a:pt x="513" y="15"/>
                  </a:lnTo>
                  <a:lnTo>
                    <a:pt x="522" y="9"/>
                  </a:lnTo>
                  <a:lnTo>
                    <a:pt x="530" y="5"/>
                  </a:lnTo>
                  <a:lnTo>
                    <a:pt x="536" y="1"/>
                  </a:lnTo>
                  <a:lnTo>
                    <a:pt x="543" y="0"/>
                  </a:lnTo>
                  <a:lnTo>
                    <a:pt x="532" y="6"/>
                  </a:lnTo>
                  <a:lnTo>
                    <a:pt x="527" y="10"/>
                  </a:lnTo>
                  <a:lnTo>
                    <a:pt x="519" y="17"/>
                  </a:lnTo>
                  <a:lnTo>
                    <a:pt x="512" y="24"/>
                  </a:lnTo>
                  <a:lnTo>
                    <a:pt x="507" y="32"/>
                  </a:lnTo>
                  <a:lnTo>
                    <a:pt x="463" y="79"/>
                  </a:lnTo>
                  <a:lnTo>
                    <a:pt x="439" y="113"/>
                  </a:lnTo>
                  <a:lnTo>
                    <a:pt x="412" y="149"/>
                  </a:lnTo>
                  <a:lnTo>
                    <a:pt x="333" y="264"/>
                  </a:lnTo>
                  <a:lnTo>
                    <a:pt x="322" y="285"/>
                  </a:lnTo>
                  <a:lnTo>
                    <a:pt x="316" y="291"/>
                  </a:lnTo>
                  <a:lnTo>
                    <a:pt x="310" y="300"/>
                  </a:lnTo>
                  <a:lnTo>
                    <a:pt x="310" y="306"/>
                  </a:lnTo>
                  <a:lnTo>
                    <a:pt x="301" y="311"/>
                  </a:lnTo>
                  <a:lnTo>
                    <a:pt x="302" y="315"/>
                  </a:lnTo>
                  <a:lnTo>
                    <a:pt x="292" y="328"/>
                  </a:lnTo>
                  <a:lnTo>
                    <a:pt x="244" y="430"/>
                  </a:lnTo>
                  <a:lnTo>
                    <a:pt x="239" y="435"/>
                  </a:lnTo>
                  <a:lnTo>
                    <a:pt x="238" y="442"/>
                  </a:lnTo>
                  <a:lnTo>
                    <a:pt x="237" y="449"/>
                  </a:lnTo>
                  <a:lnTo>
                    <a:pt x="234" y="452"/>
                  </a:lnTo>
                  <a:lnTo>
                    <a:pt x="231" y="454"/>
                  </a:lnTo>
                  <a:lnTo>
                    <a:pt x="229" y="458"/>
                  </a:lnTo>
                  <a:lnTo>
                    <a:pt x="228" y="461"/>
                  </a:lnTo>
                  <a:lnTo>
                    <a:pt x="228" y="465"/>
                  </a:lnTo>
                  <a:lnTo>
                    <a:pt x="226" y="467"/>
                  </a:lnTo>
                  <a:lnTo>
                    <a:pt x="223" y="471"/>
                  </a:lnTo>
                  <a:lnTo>
                    <a:pt x="221" y="474"/>
                  </a:lnTo>
                  <a:lnTo>
                    <a:pt x="220" y="476"/>
                  </a:lnTo>
                  <a:lnTo>
                    <a:pt x="221" y="480"/>
                  </a:lnTo>
                  <a:lnTo>
                    <a:pt x="223" y="483"/>
                  </a:lnTo>
                  <a:lnTo>
                    <a:pt x="225" y="485"/>
                  </a:lnTo>
                  <a:lnTo>
                    <a:pt x="228" y="484"/>
                  </a:lnTo>
                  <a:lnTo>
                    <a:pt x="230" y="481"/>
                  </a:lnTo>
                  <a:lnTo>
                    <a:pt x="234" y="481"/>
                  </a:lnTo>
                  <a:lnTo>
                    <a:pt x="231" y="484"/>
                  </a:lnTo>
                  <a:lnTo>
                    <a:pt x="229" y="488"/>
                  </a:lnTo>
                  <a:lnTo>
                    <a:pt x="228" y="490"/>
                  </a:lnTo>
                  <a:lnTo>
                    <a:pt x="224" y="494"/>
                  </a:lnTo>
                  <a:lnTo>
                    <a:pt x="221" y="497"/>
                  </a:lnTo>
                  <a:lnTo>
                    <a:pt x="219" y="499"/>
                  </a:lnTo>
                  <a:lnTo>
                    <a:pt x="216" y="502"/>
                  </a:lnTo>
                  <a:lnTo>
                    <a:pt x="211" y="503"/>
                  </a:lnTo>
                  <a:lnTo>
                    <a:pt x="199" y="501"/>
                  </a:lnTo>
                  <a:lnTo>
                    <a:pt x="182" y="499"/>
                  </a:lnTo>
                  <a:lnTo>
                    <a:pt x="153" y="49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75" name="Rectangle 84"/>
            <p:cNvSpPr>
              <a:spLocks noChangeAspect="1" noChangeArrowheads="1"/>
            </p:cNvSpPr>
            <p:nvPr/>
          </p:nvSpPr>
          <p:spPr bwMode="auto">
            <a:xfrm>
              <a:off x="1286" y="1970"/>
              <a:ext cx="0" cy="13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76" name="Freeform 85"/>
            <p:cNvSpPr>
              <a:spLocks noChangeAspect="1"/>
            </p:cNvSpPr>
            <p:nvPr/>
          </p:nvSpPr>
          <p:spPr bwMode="auto">
            <a:xfrm>
              <a:off x="1289" y="1979"/>
              <a:ext cx="72" cy="89"/>
            </a:xfrm>
            <a:custGeom>
              <a:avLst/>
              <a:gdLst>
                <a:gd name="T0" fmla="*/ 0 w 543"/>
                <a:gd name="T1" fmla="*/ 0 h 503"/>
                <a:gd name="T2" fmla="*/ 0 w 543"/>
                <a:gd name="T3" fmla="*/ 0 h 503"/>
                <a:gd name="T4" fmla="*/ 0 w 543"/>
                <a:gd name="T5" fmla="*/ 0 h 503"/>
                <a:gd name="T6" fmla="*/ 0 w 543"/>
                <a:gd name="T7" fmla="*/ 0 h 503"/>
                <a:gd name="T8" fmla="*/ 0 w 543"/>
                <a:gd name="T9" fmla="*/ 0 h 503"/>
                <a:gd name="T10" fmla="*/ 0 w 543"/>
                <a:gd name="T11" fmla="*/ 0 h 503"/>
                <a:gd name="T12" fmla="*/ 0 w 543"/>
                <a:gd name="T13" fmla="*/ 0 h 503"/>
                <a:gd name="T14" fmla="*/ 0 w 543"/>
                <a:gd name="T15" fmla="*/ 0 h 503"/>
                <a:gd name="T16" fmla="*/ 0 w 543"/>
                <a:gd name="T17" fmla="*/ 0 h 503"/>
                <a:gd name="T18" fmla="*/ 0 w 543"/>
                <a:gd name="T19" fmla="*/ 0 h 503"/>
                <a:gd name="T20" fmla="*/ 0 w 543"/>
                <a:gd name="T21" fmla="*/ 0 h 503"/>
                <a:gd name="T22" fmla="*/ 0 w 543"/>
                <a:gd name="T23" fmla="*/ 0 h 503"/>
                <a:gd name="T24" fmla="*/ 0 w 543"/>
                <a:gd name="T25" fmla="*/ 0 h 503"/>
                <a:gd name="T26" fmla="*/ 0 w 543"/>
                <a:gd name="T27" fmla="*/ 0 h 503"/>
                <a:gd name="T28" fmla="*/ 0 w 543"/>
                <a:gd name="T29" fmla="*/ 0 h 503"/>
                <a:gd name="T30" fmla="*/ 0 w 543"/>
                <a:gd name="T31" fmla="*/ 0 h 503"/>
                <a:gd name="T32" fmla="*/ 0 w 543"/>
                <a:gd name="T33" fmla="*/ 0 h 503"/>
                <a:gd name="T34" fmla="*/ 0 w 543"/>
                <a:gd name="T35" fmla="*/ 0 h 503"/>
                <a:gd name="T36" fmla="*/ 0 w 543"/>
                <a:gd name="T37" fmla="*/ 0 h 503"/>
                <a:gd name="T38" fmla="*/ 0 w 543"/>
                <a:gd name="T39" fmla="*/ 0 h 503"/>
                <a:gd name="T40" fmla="*/ 0 w 543"/>
                <a:gd name="T41" fmla="*/ 0 h 503"/>
                <a:gd name="T42" fmla="*/ 0 w 543"/>
                <a:gd name="T43" fmla="*/ 0 h 503"/>
                <a:gd name="T44" fmla="*/ 0 w 543"/>
                <a:gd name="T45" fmla="*/ 0 h 503"/>
                <a:gd name="T46" fmla="*/ 0 w 543"/>
                <a:gd name="T47" fmla="*/ 0 h 503"/>
                <a:gd name="T48" fmla="*/ 0 w 543"/>
                <a:gd name="T49" fmla="*/ 0 h 503"/>
                <a:gd name="T50" fmla="*/ 0 w 543"/>
                <a:gd name="T51" fmla="*/ 0 h 503"/>
                <a:gd name="T52" fmla="*/ 0 w 543"/>
                <a:gd name="T53" fmla="*/ 0 h 503"/>
                <a:gd name="T54" fmla="*/ 0 w 543"/>
                <a:gd name="T55" fmla="*/ 0 h 503"/>
                <a:gd name="T56" fmla="*/ 0 w 543"/>
                <a:gd name="T57" fmla="*/ 0 h 503"/>
                <a:gd name="T58" fmla="*/ 0 w 543"/>
                <a:gd name="T59" fmla="*/ 0 h 503"/>
                <a:gd name="T60" fmla="*/ 0 w 543"/>
                <a:gd name="T61" fmla="*/ 0 h 503"/>
                <a:gd name="T62" fmla="*/ 0 w 543"/>
                <a:gd name="T63" fmla="*/ 0 h 503"/>
                <a:gd name="T64" fmla="*/ 0 w 543"/>
                <a:gd name="T65" fmla="*/ 0 h 503"/>
                <a:gd name="T66" fmla="*/ 0 w 543"/>
                <a:gd name="T67" fmla="*/ 0 h 503"/>
                <a:gd name="T68" fmla="*/ 0 w 543"/>
                <a:gd name="T69" fmla="*/ 0 h 503"/>
                <a:gd name="T70" fmla="*/ 0 w 543"/>
                <a:gd name="T71" fmla="*/ 0 h 503"/>
                <a:gd name="T72" fmla="*/ 0 w 543"/>
                <a:gd name="T73" fmla="*/ 0 h 503"/>
                <a:gd name="T74" fmla="*/ 0 w 543"/>
                <a:gd name="T75" fmla="*/ 0 h 503"/>
                <a:gd name="T76" fmla="*/ 0 w 543"/>
                <a:gd name="T77" fmla="*/ 0 h 503"/>
                <a:gd name="T78" fmla="*/ 0 w 543"/>
                <a:gd name="T79" fmla="*/ 0 h 503"/>
                <a:gd name="T80" fmla="*/ 0 w 543"/>
                <a:gd name="T81" fmla="*/ 0 h 503"/>
                <a:gd name="T82" fmla="*/ 0 w 543"/>
                <a:gd name="T83" fmla="*/ 0 h 503"/>
                <a:gd name="T84" fmla="*/ 0 w 543"/>
                <a:gd name="T85" fmla="*/ 0 h 503"/>
                <a:gd name="T86" fmla="*/ 0 w 543"/>
                <a:gd name="T87" fmla="*/ 0 h 503"/>
                <a:gd name="T88" fmla="*/ 0 w 543"/>
                <a:gd name="T89" fmla="*/ 0 h 503"/>
                <a:gd name="T90" fmla="*/ 0 w 543"/>
                <a:gd name="T91" fmla="*/ 0 h 503"/>
                <a:gd name="T92" fmla="*/ 0 w 543"/>
                <a:gd name="T93" fmla="*/ 0 h 503"/>
                <a:gd name="T94" fmla="*/ 0 w 543"/>
                <a:gd name="T95" fmla="*/ 0 h 503"/>
                <a:gd name="T96" fmla="*/ 0 w 543"/>
                <a:gd name="T97" fmla="*/ 0 h 503"/>
                <a:gd name="T98" fmla="*/ 0 w 543"/>
                <a:gd name="T99" fmla="*/ 0 h 503"/>
                <a:gd name="T100" fmla="*/ 0 w 543"/>
                <a:gd name="T101" fmla="*/ 0 h 503"/>
                <a:gd name="T102" fmla="*/ 0 w 543"/>
                <a:gd name="T103" fmla="*/ 0 h 503"/>
                <a:gd name="T104" fmla="*/ 0 w 543"/>
                <a:gd name="T105" fmla="*/ 0 h 503"/>
                <a:gd name="T106" fmla="*/ 0 w 543"/>
                <a:gd name="T107" fmla="*/ 0 h 503"/>
                <a:gd name="T108" fmla="*/ 0 w 543"/>
                <a:gd name="T109" fmla="*/ 0 h 503"/>
                <a:gd name="T110" fmla="*/ 0 w 543"/>
                <a:gd name="T111" fmla="*/ 0 h 503"/>
                <a:gd name="T112" fmla="*/ 0 w 543"/>
                <a:gd name="T113" fmla="*/ 0 h 503"/>
                <a:gd name="T114" fmla="*/ 0 w 543"/>
                <a:gd name="T115" fmla="*/ 0 h 503"/>
                <a:gd name="T116" fmla="*/ 0 w 543"/>
                <a:gd name="T117" fmla="*/ 0 h 503"/>
                <a:gd name="T118" fmla="*/ 0 w 543"/>
                <a:gd name="T119" fmla="*/ 0 h 50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3"/>
                <a:gd name="T181" fmla="*/ 0 h 503"/>
                <a:gd name="T182" fmla="*/ 543 w 543"/>
                <a:gd name="T183" fmla="*/ 503 h 50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3" h="503">
                  <a:moveTo>
                    <a:pt x="153" y="498"/>
                  </a:moveTo>
                  <a:lnTo>
                    <a:pt x="126" y="498"/>
                  </a:lnTo>
                  <a:lnTo>
                    <a:pt x="94" y="498"/>
                  </a:lnTo>
                  <a:lnTo>
                    <a:pt x="91" y="495"/>
                  </a:lnTo>
                  <a:lnTo>
                    <a:pt x="91" y="492"/>
                  </a:lnTo>
                  <a:lnTo>
                    <a:pt x="91" y="475"/>
                  </a:lnTo>
                  <a:lnTo>
                    <a:pt x="91" y="456"/>
                  </a:lnTo>
                  <a:lnTo>
                    <a:pt x="88" y="435"/>
                  </a:lnTo>
                  <a:lnTo>
                    <a:pt x="82" y="411"/>
                  </a:lnTo>
                  <a:lnTo>
                    <a:pt x="82" y="407"/>
                  </a:lnTo>
                  <a:lnTo>
                    <a:pt x="82" y="403"/>
                  </a:lnTo>
                  <a:lnTo>
                    <a:pt x="84" y="401"/>
                  </a:lnTo>
                  <a:lnTo>
                    <a:pt x="86" y="398"/>
                  </a:lnTo>
                  <a:lnTo>
                    <a:pt x="86" y="394"/>
                  </a:lnTo>
                  <a:lnTo>
                    <a:pt x="84" y="390"/>
                  </a:lnTo>
                  <a:lnTo>
                    <a:pt x="82" y="384"/>
                  </a:lnTo>
                  <a:lnTo>
                    <a:pt x="77" y="380"/>
                  </a:lnTo>
                  <a:lnTo>
                    <a:pt x="74" y="380"/>
                  </a:lnTo>
                  <a:lnTo>
                    <a:pt x="74" y="383"/>
                  </a:lnTo>
                  <a:lnTo>
                    <a:pt x="75" y="390"/>
                  </a:lnTo>
                  <a:lnTo>
                    <a:pt x="77" y="401"/>
                  </a:lnTo>
                  <a:lnTo>
                    <a:pt x="69" y="388"/>
                  </a:lnTo>
                  <a:lnTo>
                    <a:pt x="65" y="378"/>
                  </a:lnTo>
                  <a:lnTo>
                    <a:pt x="59" y="373"/>
                  </a:lnTo>
                  <a:lnTo>
                    <a:pt x="55" y="365"/>
                  </a:lnTo>
                  <a:lnTo>
                    <a:pt x="62" y="364"/>
                  </a:lnTo>
                  <a:lnTo>
                    <a:pt x="59" y="355"/>
                  </a:lnTo>
                  <a:lnTo>
                    <a:pt x="55" y="346"/>
                  </a:lnTo>
                  <a:lnTo>
                    <a:pt x="51" y="338"/>
                  </a:lnTo>
                  <a:lnTo>
                    <a:pt x="46" y="330"/>
                  </a:lnTo>
                  <a:lnTo>
                    <a:pt x="39" y="324"/>
                  </a:lnTo>
                  <a:lnTo>
                    <a:pt x="33" y="321"/>
                  </a:lnTo>
                  <a:lnTo>
                    <a:pt x="30" y="320"/>
                  </a:lnTo>
                  <a:lnTo>
                    <a:pt x="27" y="319"/>
                  </a:lnTo>
                  <a:lnTo>
                    <a:pt x="9" y="298"/>
                  </a:lnTo>
                  <a:lnTo>
                    <a:pt x="2" y="293"/>
                  </a:lnTo>
                  <a:lnTo>
                    <a:pt x="0" y="277"/>
                  </a:lnTo>
                  <a:lnTo>
                    <a:pt x="6" y="255"/>
                  </a:lnTo>
                  <a:lnTo>
                    <a:pt x="13" y="256"/>
                  </a:lnTo>
                  <a:lnTo>
                    <a:pt x="34" y="266"/>
                  </a:lnTo>
                  <a:lnTo>
                    <a:pt x="62" y="285"/>
                  </a:lnTo>
                  <a:lnTo>
                    <a:pt x="98" y="314"/>
                  </a:lnTo>
                  <a:lnTo>
                    <a:pt x="112" y="329"/>
                  </a:lnTo>
                  <a:lnTo>
                    <a:pt x="120" y="339"/>
                  </a:lnTo>
                  <a:lnTo>
                    <a:pt x="130" y="353"/>
                  </a:lnTo>
                  <a:lnTo>
                    <a:pt x="141" y="367"/>
                  </a:lnTo>
                  <a:lnTo>
                    <a:pt x="146" y="371"/>
                  </a:lnTo>
                  <a:lnTo>
                    <a:pt x="152" y="374"/>
                  </a:lnTo>
                  <a:lnTo>
                    <a:pt x="157" y="370"/>
                  </a:lnTo>
                  <a:lnTo>
                    <a:pt x="160" y="365"/>
                  </a:lnTo>
                  <a:lnTo>
                    <a:pt x="162" y="358"/>
                  </a:lnTo>
                  <a:lnTo>
                    <a:pt x="167" y="358"/>
                  </a:lnTo>
                  <a:lnTo>
                    <a:pt x="173" y="351"/>
                  </a:lnTo>
                  <a:lnTo>
                    <a:pt x="178" y="347"/>
                  </a:lnTo>
                  <a:lnTo>
                    <a:pt x="221" y="280"/>
                  </a:lnTo>
                  <a:lnTo>
                    <a:pt x="239" y="255"/>
                  </a:lnTo>
                  <a:lnTo>
                    <a:pt x="244" y="252"/>
                  </a:lnTo>
                  <a:lnTo>
                    <a:pt x="256" y="247"/>
                  </a:lnTo>
                  <a:lnTo>
                    <a:pt x="256" y="238"/>
                  </a:lnTo>
                  <a:lnTo>
                    <a:pt x="260" y="234"/>
                  </a:lnTo>
                  <a:lnTo>
                    <a:pt x="263" y="230"/>
                  </a:lnTo>
                  <a:lnTo>
                    <a:pt x="270" y="219"/>
                  </a:lnTo>
                  <a:lnTo>
                    <a:pt x="272" y="213"/>
                  </a:lnTo>
                  <a:lnTo>
                    <a:pt x="280" y="204"/>
                  </a:lnTo>
                  <a:lnTo>
                    <a:pt x="294" y="186"/>
                  </a:lnTo>
                  <a:lnTo>
                    <a:pt x="297" y="186"/>
                  </a:lnTo>
                  <a:lnTo>
                    <a:pt x="298" y="182"/>
                  </a:lnTo>
                  <a:lnTo>
                    <a:pt x="335" y="145"/>
                  </a:lnTo>
                  <a:lnTo>
                    <a:pt x="334" y="149"/>
                  </a:lnTo>
                  <a:lnTo>
                    <a:pt x="283" y="214"/>
                  </a:lnTo>
                  <a:lnTo>
                    <a:pt x="278" y="219"/>
                  </a:lnTo>
                  <a:lnTo>
                    <a:pt x="272" y="225"/>
                  </a:lnTo>
                  <a:lnTo>
                    <a:pt x="270" y="232"/>
                  </a:lnTo>
                  <a:lnTo>
                    <a:pt x="269" y="238"/>
                  </a:lnTo>
                  <a:lnTo>
                    <a:pt x="266" y="246"/>
                  </a:lnTo>
                  <a:lnTo>
                    <a:pt x="260" y="251"/>
                  </a:lnTo>
                  <a:lnTo>
                    <a:pt x="257" y="257"/>
                  </a:lnTo>
                  <a:lnTo>
                    <a:pt x="252" y="262"/>
                  </a:lnTo>
                  <a:lnTo>
                    <a:pt x="251" y="271"/>
                  </a:lnTo>
                  <a:lnTo>
                    <a:pt x="252" y="278"/>
                  </a:lnTo>
                  <a:lnTo>
                    <a:pt x="248" y="284"/>
                  </a:lnTo>
                  <a:lnTo>
                    <a:pt x="240" y="289"/>
                  </a:lnTo>
                  <a:lnTo>
                    <a:pt x="240" y="294"/>
                  </a:lnTo>
                  <a:lnTo>
                    <a:pt x="234" y="302"/>
                  </a:lnTo>
                  <a:lnTo>
                    <a:pt x="230" y="309"/>
                  </a:lnTo>
                  <a:lnTo>
                    <a:pt x="230" y="315"/>
                  </a:lnTo>
                  <a:lnTo>
                    <a:pt x="233" y="320"/>
                  </a:lnTo>
                  <a:lnTo>
                    <a:pt x="237" y="323"/>
                  </a:lnTo>
                  <a:lnTo>
                    <a:pt x="240" y="320"/>
                  </a:lnTo>
                  <a:lnTo>
                    <a:pt x="246" y="307"/>
                  </a:lnTo>
                  <a:lnTo>
                    <a:pt x="249" y="300"/>
                  </a:lnTo>
                  <a:lnTo>
                    <a:pt x="249" y="293"/>
                  </a:lnTo>
                  <a:lnTo>
                    <a:pt x="251" y="288"/>
                  </a:lnTo>
                  <a:lnTo>
                    <a:pt x="258" y="278"/>
                  </a:lnTo>
                  <a:lnTo>
                    <a:pt x="262" y="271"/>
                  </a:lnTo>
                  <a:lnTo>
                    <a:pt x="274" y="261"/>
                  </a:lnTo>
                  <a:lnTo>
                    <a:pt x="274" y="251"/>
                  </a:lnTo>
                  <a:lnTo>
                    <a:pt x="276" y="245"/>
                  </a:lnTo>
                  <a:lnTo>
                    <a:pt x="280" y="242"/>
                  </a:lnTo>
                  <a:lnTo>
                    <a:pt x="285" y="242"/>
                  </a:lnTo>
                  <a:lnTo>
                    <a:pt x="295" y="227"/>
                  </a:lnTo>
                  <a:lnTo>
                    <a:pt x="310" y="215"/>
                  </a:lnTo>
                  <a:lnTo>
                    <a:pt x="321" y="204"/>
                  </a:lnTo>
                  <a:lnTo>
                    <a:pt x="327" y="191"/>
                  </a:lnTo>
                  <a:lnTo>
                    <a:pt x="340" y="181"/>
                  </a:lnTo>
                  <a:lnTo>
                    <a:pt x="365" y="168"/>
                  </a:lnTo>
                  <a:lnTo>
                    <a:pt x="370" y="163"/>
                  </a:lnTo>
                  <a:lnTo>
                    <a:pt x="381" y="154"/>
                  </a:lnTo>
                  <a:lnTo>
                    <a:pt x="385" y="147"/>
                  </a:lnTo>
                  <a:lnTo>
                    <a:pt x="386" y="142"/>
                  </a:lnTo>
                  <a:lnTo>
                    <a:pt x="385" y="136"/>
                  </a:lnTo>
                  <a:lnTo>
                    <a:pt x="386" y="132"/>
                  </a:lnTo>
                  <a:lnTo>
                    <a:pt x="404" y="111"/>
                  </a:lnTo>
                  <a:lnTo>
                    <a:pt x="404" y="105"/>
                  </a:lnTo>
                  <a:lnTo>
                    <a:pt x="400" y="104"/>
                  </a:lnTo>
                  <a:lnTo>
                    <a:pt x="394" y="106"/>
                  </a:lnTo>
                  <a:lnTo>
                    <a:pt x="391" y="108"/>
                  </a:lnTo>
                  <a:lnTo>
                    <a:pt x="385" y="114"/>
                  </a:lnTo>
                  <a:lnTo>
                    <a:pt x="384" y="120"/>
                  </a:lnTo>
                  <a:lnTo>
                    <a:pt x="376" y="127"/>
                  </a:lnTo>
                  <a:lnTo>
                    <a:pt x="376" y="120"/>
                  </a:lnTo>
                  <a:lnTo>
                    <a:pt x="376" y="117"/>
                  </a:lnTo>
                  <a:lnTo>
                    <a:pt x="422" y="69"/>
                  </a:lnTo>
                  <a:lnTo>
                    <a:pt x="413" y="81"/>
                  </a:lnTo>
                  <a:lnTo>
                    <a:pt x="409" y="87"/>
                  </a:lnTo>
                  <a:lnTo>
                    <a:pt x="407" y="95"/>
                  </a:lnTo>
                  <a:lnTo>
                    <a:pt x="409" y="99"/>
                  </a:lnTo>
                  <a:lnTo>
                    <a:pt x="481" y="38"/>
                  </a:lnTo>
                  <a:lnTo>
                    <a:pt x="502" y="24"/>
                  </a:lnTo>
                  <a:lnTo>
                    <a:pt x="513" y="15"/>
                  </a:lnTo>
                  <a:lnTo>
                    <a:pt x="522" y="9"/>
                  </a:lnTo>
                  <a:lnTo>
                    <a:pt x="530" y="5"/>
                  </a:lnTo>
                  <a:lnTo>
                    <a:pt x="536" y="1"/>
                  </a:lnTo>
                  <a:lnTo>
                    <a:pt x="543" y="0"/>
                  </a:lnTo>
                  <a:lnTo>
                    <a:pt x="532" y="6"/>
                  </a:lnTo>
                  <a:lnTo>
                    <a:pt x="527" y="10"/>
                  </a:lnTo>
                  <a:lnTo>
                    <a:pt x="519" y="17"/>
                  </a:lnTo>
                  <a:lnTo>
                    <a:pt x="512" y="24"/>
                  </a:lnTo>
                  <a:lnTo>
                    <a:pt x="507" y="32"/>
                  </a:lnTo>
                  <a:lnTo>
                    <a:pt x="463" y="79"/>
                  </a:lnTo>
                  <a:lnTo>
                    <a:pt x="439" y="113"/>
                  </a:lnTo>
                  <a:lnTo>
                    <a:pt x="412" y="149"/>
                  </a:lnTo>
                  <a:lnTo>
                    <a:pt x="333" y="264"/>
                  </a:lnTo>
                  <a:lnTo>
                    <a:pt x="322" y="285"/>
                  </a:lnTo>
                  <a:lnTo>
                    <a:pt x="316" y="291"/>
                  </a:lnTo>
                  <a:lnTo>
                    <a:pt x="310" y="300"/>
                  </a:lnTo>
                  <a:lnTo>
                    <a:pt x="310" y="306"/>
                  </a:lnTo>
                  <a:lnTo>
                    <a:pt x="301" y="311"/>
                  </a:lnTo>
                  <a:lnTo>
                    <a:pt x="302" y="315"/>
                  </a:lnTo>
                  <a:lnTo>
                    <a:pt x="292" y="328"/>
                  </a:lnTo>
                  <a:lnTo>
                    <a:pt x="244" y="430"/>
                  </a:lnTo>
                  <a:lnTo>
                    <a:pt x="239" y="435"/>
                  </a:lnTo>
                  <a:lnTo>
                    <a:pt x="238" y="442"/>
                  </a:lnTo>
                  <a:lnTo>
                    <a:pt x="237" y="449"/>
                  </a:lnTo>
                  <a:lnTo>
                    <a:pt x="234" y="452"/>
                  </a:lnTo>
                  <a:lnTo>
                    <a:pt x="231" y="454"/>
                  </a:lnTo>
                  <a:lnTo>
                    <a:pt x="229" y="458"/>
                  </a:lnTo>
                  <a:lnTo>
                    <a:pt x="228" y="461"/>
                  </a:lnTo>
                  <a:lnTo>
                    <a:pt x="228" y="465"/>
                  </a:lnTo>
                  <a:lnTo>
                    <a:pt x="226" y="467"/>
                  </a:lnTo>
                  <a:lnTo>
                    <a:pt x="223" y="471"/>
                  </a:lnTo>
                  <a:lnTo>
                    <a:pt x="221" y="474"/>
                  </a:lnTo>
                  <a:lnTo>
                    <a:pt x="220" y="476"/>
                  </a:lnTo>
                  <a:lnTo>
                    <a:pt x="221" y="480"/>
                  </a:lnTo>
                  <a:lnTo>
                    <a:pt x="223" y="483"/>
                  </a:lnTo>
                  <a:lnTo>
                    <a:pt x="225" y="485"/>
                  </a:lnTo>
                  <a:lnTo>
                    <a:pt x="228" y="484"/>
                  </a:lnTo>
                  <a:lnTo>
                    <a:pt x="230" y="481"/>
                  </a:lnTo>
                  <a:lnTo>
                    <a:pt x="234" y="481"/>
                  </a:lnTo>
                  <a:lnTo>
                    <a:pt x="231" y="484"/>
                  </a:lnTo>
                  <a:lnTo>
                    <a:pt x="229" y="488"/>
                  </a:lnTo>
                  <a:lnTo>
                    <a:pt x="228" y="490"/>
                  </a:lnTo>
                  <a:lnTo>
                    <a:pt x="224" y="494"/>
                  </a:lnTo>
                  <a:lnTo>
                    <a:pt x="221" y="497"/>
                  </a:lnTo>
                  <a:lnTo>
                    <a:pt x="219" y="499"/>
                  </a:lnTo>
                  <a:lnTo>
                    <a:pt x="216" y="502"/>
                  </a:lnTo>
                  <a:lnTo>
                    <a:pt x="211" y="503"/>
                  </a:lnTo>
                  <a:lnTo>
                    <a:pt x="199" y="501"/>
                  </a:lnTo>
                  <a:lnTo>
                    <a:pt x="182" y="499"/>
                  </a:lnTo>
                  <a:lnTo>
                    <a:pt x="153" y="49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77" name="Rectangle 87"/>
            <p:cNvSpPr>
              <a:spLocks noChangeAspect="1" noChangeArrowheads="1"/>
            </p:cNvSpPr>
            <p:nvPr/>
          </p:nvSpPr>
          <p:spPr bwMode="auto">
            <a:xfrm>
              <a:off x="1286" y="2074"/>
              <a:ext cx="0" cy="13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78" name="Freeform 88"/>
            <p:cNvSpPr>
              <a:spLocks noChangeAspect="1"/>
            </p:cNvSpPr>
            <p:nvPr/>
          </p:nvSpPr>
          <p:spPr bwMode="auto">
            <a:xfrm>
              <a:off x="1289" y="2083"/>
              <a:ext cx="72" cy="89"/>
            </a:xfrm>
            <a:custGeom>
              <a:avLst/>
              <a:gdLst>
                <a:gd name="T0" fmla="*/ 0 w 543"/>
                <a:gd name="T1" fmla="*/ 0 h 503"/>
                <a:gd name="T2" fmla="*/ 0 w 543"/>
                <a:gd name="T3" fmla="*/ 0 h 503"/>
                <a:gd name="T4" fmla="*/ 0 w 543"/>
                <a:gd name="T5" fmla="*/ 0 h 503"/>
                <a:gd name="T6" fmla="*/ 0 w 543"/>
                <a:gd name="T7" fmla="*/ 0 h 503"/>
                <a:gd name="T8" fmla="*/ 0 w 543"/>
                <a:gd name="T9" fmla="*/ 0 h 503"/>
                <a:gd name="T10" fmla="*/ 0 w 543"/>
                <a:gd name="T11" fmla="*/ 0 h 503"/>
                <a:gd name="T12" fmla="*/ 0 w 543"/>
                <a:gd name="T13" fmla="*/ 0 h 503"/>
                <a:gd name="T14" fmla="*/ 0 w 543"/>
                <a:gd name="T15" fmla="*/ 0 h 503"/>
                <a:gd name="T16" fmla="*/ 0 w 543"/>
                <a:gd name="T17" fmla="*/ 0 h 503"/>
                <a:gd name="T18" fmla="*/ 0 w 543"/>
                <a:gd name="T19" fmla="*/ 0 h 503"/>
                <a:gd name="T20" fmla="*/ 0 w 543"/>
                <a:gd name="T21" fmla="*/ 0 h 503"/>
                <a:gd name="T22" fmla="*/ 0 w 543"/>
                <a:gd name="T23" fmla="*/ 0 h 503"/>
                <a:gd name="T24" fmla="*/ 0 w 543"/>
                <a:gd name="T25" fmla="*/ 0 h 503"/>
                <a:gd name="T26" fmla="*/ 0 w 543"/>
                <a:gd name="T27" fmla="*/ 0 h 503"/>
                <a:gd name="T28" fmla="*/ 0 w 543"/>
                <a:gd name="T29" fmla="*/ 0 h 503"/>
                <a:gd name="T30" fmla="*/ 0 w 543"/>
                <a:gd name="T31" fmla="*/ 0 h 503"/>
                <a:gd name="T32" fmla="*/ 0 w 543"/>
                <a:gd name="T33" fmla="*/ 0 h 503"/>
                <a:gd name="T34" fmla="*/ 0 w 543"/>
                <a:gd name="T35" fmla="*/ 0 h 503"/>
                <a:gd name="T36" fmla="*/ 0 w 543"/>
                <a:gd name="T37" fmla="*/ 0 h 503"/>
                <a:gd name="T38" fmla="*/ 0 w 543"/>
                <a:gd name="T39" fmla="*/ 0 h 503"/>
                <a:gd name="T40" fmla="*/ 0 w 543"/>
                <a:gd name="T41" fmla="*/ 0 h 503"/>
                <a:gd name="T42" fmla="*/ 0 w 543"/>
                <a:gd name="T43" fmla="*/ 0 h 503"/>
                <a:gd name="T44" fmla="*/ 0 w 543"/>
                <a:gd name="T45" fmla="*/ 0 h 503"/>
                <a:gd name="T46" fmla="*/ 0 w 543"/>
                <a:gd name="T47" fmla="*/ 0 h 503"/>
                <a:gd name="T48" fmla="*/ 0 w 543"/>
                <a:gd name="T49" fmla="*/ 0 h 503"/>
                <a:gd name="T50" fmla="*/ 0 w 543"/>
                <a:gd name="T51" fmla="*/ 0 h 503"/>
                <a:gd name="T52" fmla="*/ 0 w 543"/>
                <a:gd name="T53" fmla="*/ 0 h 503"/>
                <a:gd name="T54" fmla="*/ 0 w 543"/>
                <a:gd name="T55" fmla="*/ 0 h 503"/>
                <a:gd name="T56" fmla="*/ 0 w 543"/>
                <a:gd name="T57" fmla="*/ 0 h 503"/>
                <a:gd name="T58" fmla="*/ 0 w 543"/>
                <a:gd name="T59" fmla="*/ 0 h 503"/>
                <a:gd name="T60" fmla="*/ 0 w 543"/>
                <a:gd name="T61" fmla="*/ 0 h 503"/>
                <a:gd name="T62" fmla="*/ 0 w 543"/>
                <a:gd name="T63" fmla="*/ 0 h 503"/>
                <a:gd name="T64" fmla="*/ 0 w 543"/>
                <a:gd name="T65" fmla="*/ 0 h 503"/>
                <a:gd name="T66" fmla="*/ 0 w 543"/>
                <a:gd name="T67" fmla="*/ 0 h 503"/>
                <a:gd name="T68" fmla="*/ 0 w 543"/>
                <a:gd name="T69" fmla="*/ 0 h 503"/>
                <a:gd name="T70" fmla="*/ 0 w 543"/>
                <a:gd name="T71" fmla="*/ 0 h 503"/>
                <a:gd name="T72" fmla="*/ 0 w 543"/>
                <a:gd name="T73" fmla="*/ 0 h 503"/>
                <a:gd name="T74" fmla="*/ 0 w 543"/>
                <a:gd name="T75" fmla="*/ 0 h 503"/>
                <a:gd name="T76" fmla="*/ 0 w 543"/>
                <a:gd name="T77" fmla="*/ 0 h 503"/>
                <a:gd name="T78" fmla="*/ 0 w 543"/>
                <a:gd name="T79" fmla="*/ 0 h 503"/>
                <a:gd name="T80" fmla="*/ 0 w 543"/>
                <a:gd name="T81" fmla="*/ 0 h 503"/>
                <a:gd name="T82" fmla="*/ 0 w 543"/>
                <a:gd name="T83" fmla="*/ 0 h 503"/>
                <a:gd name="T84" fmla="*/ 0 w 543"/>
                <a:gd name="T85" fmla="*/ 0 h 503"/>
                <a:gd name="T86" fmla="*/ 0 w 543"/>
                <a:gd name="T87" fmla="*/ 0 h 503"/>
                <a:gd name="T88" fmla="*/ 0 w 543"/>
                <a:gd name="T89" fmla="*/ 0 h 503"/>
                <a:gd name="T90" fmla="*/ 0 w 543"/>
                <a:gd name="T91" fmla="*/ 0 h 503"/>
                <a:gd name="T92" fmla="*/ 0 w 543"/>
                <a:gd name="T93" fmla="*/ 0 h 503"/>
                <a:gd name="T94" fmla="*/ 0 w 543"/>
                <a:gd name="T95" fmla="*/ 0 h 503"/>
                <a:gd name="T96" fmla="*/ 0 w 543"/>
                <a:gd name="T97" fmla="*/ 0 h 503"/>
                <a:gd name="T98" fmla="*/ 0 w 543"/>
                <a:gd name="T99" fmla="*/ 0 h 503"/>
                <a:gd name="T100" fmla="*/ 0 w 543"/>
                <a:gd name="T101" fmla="*/ 0 h 503"/>
                <a:gd name="T102" fmla="*/ 0 w 543"/>
                <a:gd name="T103" fmla="*/ 0 h 503"/>
                <a:gd name="T104" fmla="*/ 0 w 543"/>
                <a:gd name="T105" fmla="*/ 0 h 503"/>
                <a:gd name="T106" fmla="*/ 0 w 543"/>
                <a:gd name="T107" fmla="*/ 0 h 503"/>
                <a:gd name="T108" fmla="*/ 0 w 543"/>
                <a:gd name="T109" fmla="*/ 0 h 503"/>
                <a:gd name="T110" fmla="*/ 0 w 543"/>
                <a:gd name="T111" fmla="*/ 0 h 503"/>
                <a:gd name="T112" fmla="*/ 0 w 543"/>
                <a:gd name="T113" fmla="*/ 0 h 503"/>
                <a:gd name="T114" fmla="*/ 0 w 543"/>
                <a:gd name="T115" fmla="*/ 0 h 503"/>
                <a:gd name="T116" fmla="*/ 0 w 543"/>
                <a:gd name="T117" fmla="*/ 0 h 503"/>
                <a:gd name="T118" fmla="*/ 0 w 543"/>
                <a:gd name="T119" fmla="*/ 0 h 50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3"/>
                <a:gd name="T181" fmla="*/ 0 h 503"/>
                <a:gd name="T182" fmla="*/ 543 w 543"/>
                <a:gd name="T183" fmla="*/ 503 h 50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3" h="503">
                  <a:moveTo>
                    <a:pt x="153" y="498"/>
                  </a:moveTo>
                  <a:lnTo>
                    <a:pt x="126" y="498"/>
                  </a:lnTo>
                  <a:lnTo>
                    <a:pt x="94" y="498"/>
                  </a:lnTo>
                  <a:lnTo>
                    <a:pt x="91" y="495"/>
                  </a:lnTo>
                  <a:lnTo>
                    <a:pt x="91" y="492"/>
                  </a:lnTo>
                  <a:lnTo>
                    <a:pt x="91" y="475"/>
                  </a:lnTo>
                  <a:lnTo>
                    <a:pt x="91" y="456"/>
                  </a:lnTo>
                  <a:lnTo>
                    <a:pt x="88" y="435"/>
                  </a:lnTo>
                  <a:lnTo>
                    <a:pt x="82" y="411"/>
                  </a:lnTo>
                  <a:lnTo>
                    <a:pt x="82" y="407"/>
                  </a:lnTo>
                  <a:lnTo>
                    <a:pt x="82" y="403"/>
                  </a:lnTo>
                  <a:lnTo>
                    <a:pt x="84" y="401"/>
                  </a:lnTo>
                  <a:lnTo>
                    <a:pt x="86" y="398"/>
                  </a:lnTo>
                  <a:lnTo>
                    <a:pt x="86" y="394"/>
                  </a:lnTo>
                  <a:lnTo>
                    <a:pt x="84" y="390"/>
                  </a:lnTo>
                  <a:lnTo>
                    <a:pt x="82" y="384"/>
                  </a:lnTo>
                  <a:lnTo>
                    <a:pt x="77" y="380"/>
                  </a:lnTo>
                  <a:lnTo>
                    <a:pt x="74" y="380"/>
                  </a:lnTo>
                  <a:lnTo>
                    <a:pt x="74" y="383"/>
                  </a:lnTo>
                  <a:lnTo>
                    <a:pt x="75" y="390"/>
                  </a:lnTo>
                  <a:lnTo>
                    <a:pt x="77" y="401"/>
                  </a:lnTo>
                  <a:lnTo>
                    <a:pt x="69" y="388"/>
                  </a:lnTo>
                  <a:lnTo>
                    <a:pt x="65" y="378"/>
                  </a:lnTo>
                  <a:lnTo>
                    <a:pt x="59" y="373"/>
                  </a:lnTo>
                  <a:lnTo>
                    <a:pt x="55" y="365"/>
                  </a:lnTo>
                  <a:lnTo>
                    <a:pt x="62" y="364"/>
                  </a:lnTo>
                  <a:lnTo>
                    <a:pt x="59" y="355"/>
                  </a:lnTo>
                  <a:lnTo>
                    <a:pt x="55" y="346"/>
                  </a:lnTo>
                  <a:lnTo>
                    <a:pt x="51" y="338"/>
                  </a:lnTo>
                  <a:lnTo>
                    <a:pt x="46" y="330"/>
                  </a:lnTo>
                  <a:lnTo>
                    <a:pt x="39" y="324"/>
                  </a:lnTo>
                  <a:lnTo>
                    <a:pt x="33" y="321"/>
                  </a:lnTo>
                  <a:lnTo>
                    <a:pt x="30" y="320"/>
                  </a:lnTo>
                  <a:lnTo>
                    <a:pt x="27" y="319"/>
                  </a:lnTo>
                  <a:lnTo>
                    <a:pt x="9" y="298"/>
                  </a:lnTo>
                  <a:lnTo>
                    <a:pt x="2" y="293"/>
                  </a:lnTo>
                  <a:lnTo>
                    <a:pt x="0" y="277"/>
                  </a:lnTo>
                  <a:lnTo>
                    <a:pt x="6" y="255"/>
                  </a:lnTo>
                  <a:lnTo>
                    <a:pt x="13" y="256"/>
                  </a:lnTo>
                  <a:lnTo>
                    <a:pt x="34" y="266"/>
                  </a:lnTo>
                  <a:lnTo>
                    <a:pt x="62" y="285"/>
                  </a:lnTo>
                  <a:lnTo>
                    <a:pt x="98" y="314"/>
                  </a:lnTo>
                  <a:lnTo>
                    <a:pt x="112" y="329"/>
                  </a:lnTo>
                  <a:lnTo>
                    <a:pt x="120" y="339"/>
                  </a:lnTo>
                  <a:lnTo>
                    <a:pt x="130" y="353"/>
                  </a:lnTo>
                  <a:lnTo>
                    <a:pt x="141" y="367"/>
                  </a:lnTo>
                  <a:lnTo>
                    <a:pt x="146" y="371"/>
                  </a:lnTo>
                  <a:lnTo>
                    <a:pt x="152" y="374"/>
                  </a:lnTo>
                  <a:lnTo>
                    <a:pt x="157" y="370"/>
                  </a:lnTo>
                  <a:lnTo>
                    <a:pt x="160" y="365"/>
                  </a:lnTo>
                  <a:lnTo>
                    <a:pt x="162" y="358"/>
                  </a:lnTo>
                  <a:lnTo>
                    <a:pt x="167" y="358"/>
                  </a:lnTo>
                  <a:lnTo>
                    <a:pt x="173" y="351"/>
                  </a:lnTo>
                  <a:lnTo>
                    <a:pt x="178" y="347"/>
                  </a:lnTo>
                  <a:lnTo>
                    <a:pt x="221" y="280"/>
                  </a:lnTo>
                  <a:lnTo>
                    <a:pt x="239" y="255"/>
                  </a:lnTo>
                  <a:lnTo>
                    <a:pt x="244" y="252"/>
                  </a:lnTo>
                  <a:lnTo>
                    <a:pt x="256" y="247"/>
                  </a:lnTo>
                  <a:lnTo>
                    <a:pt x="256" y="238"/>
                  </a:lnTo>
                  <a:lnTo>
                    <a:pt x="260" y="234"/>
                  </a:lnTo>
                  <a:lnTo>
                    <a:pt x="263" y="230"/>
                  </a:lnTo>
                  <a:lnTo>
                    <a:pt x="270" y="219"/>
                  </a:lnTo>
                  <a:lnTo>
                    <a:pt x="272" y="213"/>
                  </a:lnTo>
                  <a:lnTo>
                    <a:pt x="280" y="204"/>
                  </a:lnTo>
                  <a:lnTo>
                    <a:pt x="294" y="186"/>
                  </a:lnTo>
                  <a:lnTo>
                    <a:pt x="297" y="186"/>
                  </a:lnTo>
                  <a:lnTo>
                    <a:pt x="298" y="182"/>
                  </a:lnTo>
                  <a:lnTo>
                    <a:pt x="335" y="145"/>
                  </a:lnTo>
                  <a:lnTo>
                    <a:pt x="334" y="149"/>
                  </a:lnTo>
                  <a:lnTo>
                    <a:pt x="283" y="214"/>
                  </a:lnTo>
                  <a:lnTo>
                    <a:pt x="278" y="219"/>
                  </a:lnTo>
                  <a:lnTo>
                    <a:pt x="272" y="225"/>
                  </a:lnTo>
                  <a:lnTo>
                    <a:pt x="270" y="232"/>
                  </a:lnTo>
                  <a:lnTo>
                    <a:pt x="269" y="238"/>
                  </a:lnTo>
                  <a:lnTo>
                    <a:pt x="266" y="246"/>
                  </a:lnTo>
                  <a:lnTo>
                    <a:pt x="260" y="251"/>
                  </a:lnTo>
                  <a:lnTo>
                    <a:pt x="257" y="257"/>
                  </a:lnTo>
                  <a:lnTo>
                    <a:pt x="252" y="262"/>
                  </a:lnTo>
                  <a:lnTo>
                    <a:pt x="251" y="271"/>
                  </a:lnTo>
                  <a:lnTo>
                    <a:pt x="252" y="278"/>
                  </a:lnTo>
                  <a:lnTo>
                    <a:pt x="248" y="284"/>
                  </a:lnTo>
                  <a:lnTo>
                    <a:pt x="240" y="289"/>
                  </a:lnTo>
                  <a:lnTo>
                    <a:pt x="240" y="294"/>
                  </a:lnTo>
                  <a:lnTo>
                    <a:pt x="234" y="302"/>
                  </a:lnTo>
                  <a:lnTo>
                    <a:pt x="230" y="309"/>
                  </a:lnTo>
                  <a:lnTo>
                    <a:pt x="230" y="315"/>
                  </a:lnTo>
                  <a:lnTo>
                    <a:pt x="233" y="320"/>
                  </a:lnTo>
                  <a:lnTo>
                    <a:pt x="237" y="323"/>
                  </a:lnTo>
                  <a:lnTo>
                    <a:pt x="240" y="320"/>
                  </a:lnTo>
                  <a:lnTo>
                    <a:pt x="246" y="307"/>
                  </a:lnTo>
                  <a:lnTo>
                    <a:pt x="249" y="300"/>
                  </a:lnTo>
                  <a:lnTo>
                    <a:pt x="249" y="293"/>
                  </a:lnTo>
                  <a:lnTo>
                    <a:pt x="251" y="288"/>
                  </a:lnTo>
                  <a:lnTo>
                    <a:pt x="258" y="278"/>
                  </a:lnTo>
                  <a:lnTo>
                    <a:pt x="262" y="271"/>
                  </a:lnTo>
                  <a:lnTo>
                    <a:pt x="274" y="261"/>
                  </a:lnTo>
                  <a:lnTo>
                    <a:pt x="274" y="251"/>
                  </a:lnTo>
                  <a:lnTo>
                    <a:pt x="276" y="245"/>
                  </a:lnTo>
                  <a:lnTo>
                    <a:pt x="280" y="242"/>
                  </a:lnTo>
                  <a:lnTo>
                    <a:pt x="285" y="242"/>
                  </a:lnTo>
                  <a:lnTo>
                    <a:pt x="295" y="227"/>
                  </a:lnTo>
                  <a:lnTo>
                    <a:pt x="310" y="215"/>
                  </a:lnTo>
                  <a:lnTo>
                    <a:pt x="321" y="204"/>
                  </a:lnTo>
                  <a:lnTo>
                    <a:pt x="327" y="191"/>
                  </a:lnTo>
                  <a:lnTo>
                    <a:pt x="340" y="181"/>
                  </a:lnTo>
                  <a:lnTo>
                    <a:pt x="365" y="168"/>
                  </a:lnTo>
                  <a:lnTo>
                    <a:pt x="370" y="163"/>
                  </a:lnTo>
                  <a:lnTo>
                    <a:pt x="381" y="154"/>
                  </a:lnTo>
                  <a:lnTo>
                    <a:pt x="385" y="147"/>
                  </a:lnTo>
                  <a:lnTo>
                    <a:pt x="386" y="142"/>
                  </a:lnTo>
                  <a:lnTo>
                    <a:pt x="385" y="136"/>
                  </a:lnTo>
                  <a:lnTo>
                    <a:pt x="386" y="132"/>
                  </a:lnTo>
                  <a:lnTo>
                    <a:pt x="404" y="111"/>
                  </a:lnTo>
                  <a:lnTo>
                    <a:pt x="404" y="105"/>
                  </a:lnTo>
                  <a:lnTo>
                    <a:pt x="400" y="104"/>
                  </a:lnTo>
                  <a:lnTo>
                    <a:pt x="394" y="106"/>
                  </a:lnTo>
                  <a:lnTo>
                    <a:pt x="391" y="108"/>
                  </a:lnTo>
                  <a:lnTo>
                    <a:pt x="385" y="114"/>
                  </a:lnTo>
                  <a:lnTo>
                    <a:pt x="384" y="120"/>
                  </a:lnTo>
                  <a:lnTo>
                    <a:pt x="376" y="127"/>
                  </a:lnTo>
                  <a:lnTo>
                    <a:pt x="376" y="120"/>
                  </a:lnTo>
                  <a:lnTo>
                    <a:pt x="376" y="117"/>
                  </a:lnTo>
                  <a:lnTo>
                    <a:pt x="422" y="69"/>
                  </a:lnTo>
                  <a:lnTo>
                    <a:pt x="413" y="81"/>
                  </a:lnTo>
                  <a:lnTo>
                    <a:pt x="409" y="87"/>
                  </a:lnTo>
                  <a:lnTo>
                    <a:pt x="407" y="95"/>
                  </a:lnTo>
                  <a:lnTo>
                    <a:pt x="409" y="99"/>
                  </a:lnTo>
                  <a:lnTo>
                    <a:pt x="481" y="38"/>
                  </a:lnTo>
                  <a:lnTo>
                    <a:pt x="502" y="24"/>
                  </a:lnTo>
                  <a:lnTo>
                    <a:pt x="513" y="15"/>
                  </a:lnTo>
                  <a:lnTo>
                    <a:pt x="522" y="9"/>
                  </a:lnTo>
                  <a:lnTo>
                    <a:pt x="530" y="5"/>
                  </a:lnTo>
                  <a:lnTo>
                    <a:pt x="536" y="1"/>
                  </a:lnTo>
                  <a:lnTo>
                    <a:pt x="543" y="0"/>
                  </a:lnTo>
                  <a:lnTo>
                    <a:pt x="532" y="6"/>
                  </a:lnTo>
                  <a:lnTo>
                    <a:pt x="527" y="10"/>
                  </a:lnTo>
                  <a:lnTo>
                    <a:pt x="519" y="17"/>
                  </a:lnTo>
                  <a:lnTo>
                    <a:pt x="512" y="24"/>
                  </a:lnTo>
                  <a:lnTo>
                    <a:pt x="507" y="32"/>
                  </a:lnTo>
                  <a:lnTo>
                    <a:pt x="463" y="79"/>
                  </a:lnTo>
                  <a:lnTo>
                    <a:pt x="439" y="113"/>
                  </a:lnTo>
                  <a:lnTo>
                    <a:pt x="412" y="149"/>
                  </a:lnTo>
                  <a:lnTo>
                    <a:pt x="333" y="264"/>
                  </a:lnTo>
                  <a:lnTo>
                    <a:pt x="322" y="285"/>
                  </a:lnTo>
                  <a:lnTo>
                    <a:pt x="316" y="291"/>
                  </a:lnTo>
                  <a:lnTo>
                    <a:pt x="310" y="300"/>
                  </a:lnTo>
                  <a:lnTo>
                    <a:pt x="310" y="306"/>
                  </a:lnTo>
                  <a:lnTo>
                    <a:pt x="301" y="311"/>
                  </a:lnTo>
                  <a:lnTo>
                    <a:pt x="302" y="315"/>
                  </a:lnTo>
                  <a:lnTo>
                    <a:pt x="292" y="328"/>
                  </a:lnTo>
                  <a:lnTo>
                    <a:pt x="244" y="430"/>
                  </a:lnTo>
                  <a:lnTo>
                    <a:pt x="239" y="435"/>
                  </a:lnTo>
                  <a:lnTo>
                    <a:pt x="238" y="442"/>
                  </a:lnTo>
                  <a:lnTo>
                    <a:pt x="237" y="449"/>
                  </a:lnTo>
                  <a:lnTo>
                    <a:pt x="234" y="452"/>
                  </a:lnTo>
                  <a:lnTo>
                    <a:pt x="231" y="454"/>
                  </a:lnTo>
                  <a:lnTo>
                    <a:pt x="229" y="458"/>
                  </a:lnTo>
                  <a:lnTo>
                    <a:pt x="228" y="461"/>
                  </a:lnTo>
                  <a:lnTo>
                    <a:pt x="228" y="465"/>
                  </a:lnTo>
                  <a:lnTo>
                    <a:pt x="226" y="467"/>
                  </a:lnTo>
                  <a:lnTo>
                    <a:pt x="223" y="471"/>
                  </a:lnTo>
                  <a:lnTo>
                    <a:pt x="221" y="474"/>
                  </a:lnTo>
                  <a:lnTo>
                    <a:pt x="220" y="476"/>
                  </a:lnTo>
                  <a:lnTo>
                    <a:pt x="221" y="480"/>
                  </a:lnTo>
                  <a:lnTo>
                    <a:pt x="223" y="483"/>
                  </a:lnTo>
                  <a:lnTo>
                    <a:pt x="225" y="485"/>
                  </a:lnTo>
                  <a:lnTo>
                    <a:pt x="228" y="484"/>
                  </a:lnTo>
                  <a:lnTo>
                    <a:pt x="230" y="481"/>
                  </a:lnTo>
                  <a:lnTo>
                    <a:pt x="234" y="481"/>
                  </a:lnTo>
                  <a:lnTo>
                    <a:pt x="231" y="484"/>
                  </a:lnTo>
                  <a:lnTo>
                    <a:pt x="229" y="488"/>
                  </a:lnTo>
                  <a:lnTo>
                    <a:pt x="228" y="490"/>
                  </a:lnTo>
                  <a:lnTo>
                    <a:pt x="224" y="494"/>
                  </a:lnTo>
                  <a:lnTo>
                    <a:pt x="221" y="497"/>
                  </a:lnTo>
                  <a:lnTo>
                    <a:pt x="219" y="499"/>
                  </a:lnTo>
                  <a:lnTo>
                    <a:pt x="216" y="502"/>
                  </a:lnTo>
                  <a:lnTo>
                    <a:pt x="211" y="503"/>
                  </a:lnTo>
                  <a:lnTo>
                    <a:pt x="199" y="501"/>
                  </a:lnTo>
                  <a:lnTo>
                    <a:pt x="182" y="499"/>
                  </a:lnTo>
                  <a:lnTo>
                    <a:pt x="153" y="49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79" name="Rectangle 90"/>
            <p:cNvSpPr>
              <a:spLocks noChangeAspect="1" noChangeArrowheads="1"/>
            </p:cNvSpPr>
            <p:nvPr/>
          </p:nvSpPr>
          <p:spPr bwMode="auto">
            <a:xfrm>
              <a:off x="1286" y="2227"/>
              <a:ext cx="0" cy="13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80" name="Freeform 91"/>
            <p:cNvSpPr>
              <a:spLocks noChangeAspect="1"/>
            </p:cNvSpPr>
            <p:nvPr/>
          </p:nvSpPr>
          <p:spPr bwMode="auto">
            <a:xfrm>
              <a:off x="1289" y="2236"/>
              <a:ext cx="72" cy="89"/>
            </a:xfrm>
            <a:custGeom>
              <a:avLst/>
              <a:gdLst>
                <a:gd name="T0" fmla="*/ 0 w 543"/>
                <a:gd name="T1" fmla="*/ 0 h 503"/>
                <a:gd name="T2" fmla="*/ 0 w 543"/>
                <a:gd name="T3" fmla="*/ 0 h 503"/>
                <a:gd name="T4" fmla="*/ 0 w 543"/>
                <a:gd name="T5" fmla="*/ 0 h 503"/>
                <a:gd name="T6" fmla="*/ 0 w 543"/>
                <a:gd name="T7" fmla="*/ 0 h 503"/>
                <a:gd name="T8" fmla="*/ 0 w 543"/>
                <a:gd name="T9" fmla="*/ 0 h 503"/>
                <a:gd name="T10" fmla="*/ 0 w 543"/>
                <a:gd name="T11" fmla="*/ 0 h 503"/>
                <a:gd name="T12" fmla="*/ 0 w 543"/>
                <a:gd name="T13" fmla="*/ 0 h 503"/>
                <a:gd name="T14" fmla="*/ 0 w 543"/>
                <a:gd name="T15" fmla="*/ 0 h 503"/>
                <a:gd name="T16" fmla="*/ 0 w 543"/>
                <a:gd name="T17" fmla="*/ 0 h 503"/>
                <a:gd name="T18" fmla="*/ 0 w 543"/>
                <a:gd name="T19" fmla="*/ 0 h 503"/>
                <a:gd name="T20" fmla="*/ 0 w 543"/>
                <a:gd name="T21" fmla="*/ 0 h 503"/>
                <a:gd name="T22" fmla="*/ 0 w 543"/>
                <a:gd name="T23" fmla="*/ 0 h 503"/>
                <a:gd name="T24" fmla="*/ 0 w 543"/>
                <a:gd name="T25" fmla="*/ 0 h 503"/>
                <a:gd name="T26" fmla="*/ 0 w 543"/>
                <a:gd name="T27" fmla="*/ 0 h 503"/>
                <a:gd name="T28" fmla="*/ 0 w 543"/>
                <a:gd name="T29" fmla="*/ 0 h 503"/>
                <a:gd name="T30" fmla="*/ 0 w 543"/>
                <a:gd name="T31" fmla="*/ 0 h 503"/>
                <a:gd name="T32" fmla="*/ 0 w 543"/>
                <a:gd name="T33" fmla="*/ 0 h 503"/>
                <a:gd name="T34" fmla="*/ 0 w 543"/>
                <a:gd name="T35" fmla="*/ 0 h 503"/>
                <a:gd name="T36" fmla="*/ 0 w 543"/>
                <a:gd name="T37" fmla="*/ 0 h 503"/>
                <a:gd name="T38" fmla="*/ 0 w 543"/>
                <a:gd name="T39" fmla="*/ 0 h 503"/>
                <a:gd name="T40" fmla="*/ 0 w 543"/>
                <a:gd name="T41" fmla="*/ 0 h 503"/>
                <a:gd name="T42" fmla="*/ 0 w 543"/>
                <a:gd name="T43" fmla="*/ 0 h 503"/>
                <a:gd name="T44" fmla="*/ 0 w 543"/>
                <a:gd name="T45" fmla="*/ 0 h 503"/>
                <a:gd name="T46" fmla="*/ 0 w 543"/>
                <a:gd name="T47" fmla="*/ 0 h 503"/>
                <a:gd name="T48" fmla="*/ 0 w 543"/>
                <a:gd name="T49" fmla="*/ 0 h 503"/>
                <a:gd name="T50" fmla="*/ 0 w 543"/>
                <a:gd name="T51" fmla="*/ 0 h 503"/>
                <a:gd name="T52" fmla="*/ 0 w 543"/>
                <a:gd name="T53" fmla="*/ 0 h 503"/>
                <a:gd name="T54" fmla="*/ 0 w 543"/>
                <a:gd name="T55" fmla="*/ 0 h 503"/>
                <a:gd name="T56" fmla="*/ 0 w 543"/>
                <a:gd name="T57" fmla="*/ 0 h 503"/>
                <a:gd name="T58" fmla="*/ 0 w 543"/>
                <a:gd name="T59" fmla="*/ 0 h 503"/>
                <a:gd name="T60" fmla="*/ 0 w 543"/>
                <a:gd name="T61" fmla="*/ 0 h 503"/>
                <a:gd name="T62" fmla="*/ 0 w 543"/>
                <a:gd name="T63" fmla="*/ 0 h 503"/>
                <a:gd name="T64" fmla="*/ 0 w 543"/>
                <a:gd name="T65" fmla="*/ 0 h 503"/>
                <a:gd name="T66" fmla="*/ 0 w 543"/>
                <a:gd name="T67" fmla="*/ 0 h 503"/>
                <a:gd name="T68" fmla="*/ 0 w 543"/>
                <a:gd name="T69" fmla="*/ 0 h 503"/>
                <a:gd name="T70" fmla="*/ 0 w 543"/>
                <a:gd name="T71" fmla="*/ 0 h 503"/>
                <a:gd name="T72" fmla="*/ 0 w 543"/>
                <a:gd name="T73" fmla="*/ 0 h 503"/>
                <a:gd name="T74" fmla="*/ 0 w 543"/>
                <a:gd name="T75" fmla="*/ 0 h 503"/>
                <a:gd name="T76" fmla="*/ 0 w 543"/>
                <a:gd name="T77" fmla="*/ 0 h 503"/>
                <a:gd name="T78" fmla="*/ 0 w 543"/>
                <a:gd name="T79" fmla="*/ 0 h 503"/>
                <a:gd name="T80" fmla="*/ 0 w 543"/>
                <a:gd name="T81" fmla="*/ 0 h 503"/>
                <a:gd name="T82" fmla="*/ 0 w 543"/>
                <a:gd name="T83" fmla="*/ 0 h 503"/>
                <a:gd name="T84" fmla="*/ 0 w 543"/>
                <a:gd name="T85" fmla="*/ 0 h 503"/>
                <a:gd name="T86" fmla="*/ 0 w 543"/>
                <a:gd name="T87" fmla="*/ 0 h 503"/>
                <a:gd name="T88" fmla="*/ 0 w 543"/>
                <a:gd name="T89" fmla="*/ 0 h 503"/>
                <a:gd name="T90" fmla="*/ 0 w 543"/>
                <a:gd name="T91" fmla="*/ 0 h 503"/>
                <a:gd name="T92" fmla="*/ 0 w 543"/>
                <a:gd name="T93" fmla="*/ 0 h 503"/>
                <a:gd name="T94" fmla="*/ 0 w 543"/>
                <a:gd name="T95" fmla="*/ 0 h 503"/>
                <a:gd name="T96" fmla="*/ 0 w 543"/>
                <a:gd name="T97" fmla="*/ 0 h 503"/>
                <a:gd name="T98" fmla="*/ 0 w 543"/>
                <a:gd name="T99" fmla="*/ 0 h 503"/>
                <a:gd name="T100" fmla="*/ 0 w 543"/>
                <a:gd name="T101" fmla="*/ 0 h 503"/>
                <a:gd name="T102" fmla="*/ 0 w 543"/>
                <a:gd name="T103" fmla="*/ 0 h 503"/>
                <a:gd name="T104" fmla="*/ 0 w 543"/>
                <a:gd name="T105" fmla="*/ 0 h 503"/>
                <a:gd name="T106" fmla="*/ 0 w 543"/>
                <a:gd name="T107" fmla="*/ 0 h 503"/>
                <a:gd name="T108" fmla="*/ 0 w 543"/>
                <a:gd name="T109" fmla="*/ 0 h 503"/>
                <a:gd name="T110" fmla="*/ 0 w 543"/>
                <a:gd name="T111" fmla="*/ 0 h 503"/>
                <a:gd name="T112" fmla="*/ 0 w 543"/>
                <a:gd name="T113" fmla="*/ 0 h 503"/>
                <a:gd name="T114" fmla="*/ 0 w 543"/>
                <a:gd name="T115" fmla="*/ 0 h 503"/>
                <a:gd name="T116" fmla="*/ 0 w 543"/>
                <a:gd name="T117" fmla="*/ 0 h 503"/>
                <a:gd name="T118" fmla="*/ 0 w 543"/>
                <a:gd name="T119" fmla="*/ 0 h 50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3"/>
                <a:gd name="T181" fmla="*/ 0 h 503"/>
                <a:gd name="T182" fmla="*/ 543 w 543"/>
                <a:gd name="T183" fmla="*/ 503 h 50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3" h="503">
                  <a:moveTo>
                    <a:pt x="153" y="498"/>
                  </a:moveTo>
                  <a:lnTo>
                    <a:pt x="126" y="498"/>
                  </a:lnTo>
                  <a:lnTo>
                    <a:pt x="94" y="498"/>
                  </a:lnTo>
                  <a:lnTo>
                    <a:pt x="91" y="495"/>
                  </a:lnTo>
                  <a:lnTo>
                    <a:pt x="91" y="492"/>
                  </a:lnTo>
                  <a:lnTo>
                    <a:pt x="91" y="475"/>
                  </a:lnTo>
                  <a:lnTo>
                    <a:pt x="91" y="456"/>
                  </a:lnTo>
                  <a:lnTo>
                    <a:pt x="88" y="435"/>
                  </a:lnTo>
                  <a:lnTo>
                    <a:pt x="82" y="411"/>
                  </a:lnTo>
                  <a:lnTo>
                    <a:pt x="82" y="407"/>
                  </a:lnTo>
                  <a:lnTo>
                    <a:pt x="82" y="403"/>
                  </a:lnTo>
                  <a:lnTo>
                    <a:pt x="84" y="401"/>
                  </a:lnTo>
                  <a:lnTo>
                    <a:pt x="86" y="398"/>
                  </a:lnTo>
                  <a:lnTo>
                    <a:pt x="86" y="394"/>
                  </a:lnTo>
                  <a:lnTo>
                    <a:pt x="84" y="390"/>
                  </a:lnTo>
                  <a:lnTo>
                    <a:pt x="82" y="384"/>
                  </a:lnTo>
                  <a:lnTo>
                    <a:pt x="77" y="380"/>
                  </a:lnTo>
                  <a:lnTo>
                    <a:pt x="74" y="380"/>
                  </a:lnTo>
                  <a:lnTo>
                    <a:pt x="74" y="383"/>
                  </a:lnTo>
                  <a:lnTo>
                    <a:pt x="75" y="390"/>
                  </a:lnTo>
                  <a:lnTo>
                    <a:pt x="77" y="401"/>
                  </a:lnTo>
                  <a:lnTo>
                    <a:pt x="69" y="388"/>
                  </a:lnTo>
                  <a:lnTo>
                    <a:pt x="65" y="378"/>
                  </a:lnTo>
                  <a:lnTo>
                    <a:pt x="59" y="373"/>
                  </a:lnTo>
                  <a:lnTo>
                    <a:pt x="55" y="365"/>
                  </a:lnTo>
                  <a:lnTo>
                    <a:pt x="62" y="364"/>
                  </a:lnTo>
                  <a:lnTo>
                    <a:pt x="59" y="355"/>
                  </a:lnTo>
                  <a:lnTo>
                    <a:pt x="55" y="346"/>
                  </a:lnTo>
                  <a:lnTo>
                    <a:pt x="51" y="338"/>
                  </a:lnTo>
                  <a:lnTo>
                    <a:pt x="46" y="330"/>
                  </a:lnTo>
                  <a:lnTo>
                    <a:pt x="39" y="324"/>
                  </a:lnTo>
                  <a:lnTo>
                    <a:pt x="33" y="321"/>
                  </a:lnTo>
                  <a:lnTo>
                    <a:pt x="30" y="320"/>
                  </a:lnTo>
                  <a:lnTo>
                    <a:pt x="27" y="319"/>
                  </a:lnTo>
                  <a:lnTo>
                    <a:pt x="9" y="298"/>
                  </a:lnTo>
                  <a:lnTo>
                    <a:pt x="2" y="293"/>
                  </a:lnTo>
                  <a:lnTo>
                    <a:pt x="0" y="277"/>
                  </a:lnTo>
                  <a:lnTo>
                    <a:pt x="6" y="255"/>
                  </a:lnTo>
                  <a:lnTo>
                    <a:pt x="13" y="256"/>
                  </a:lnTo>
                  <a:lnTo>
                    <a:pt x="34" y="266"/>
                  </a:lnTo>
                  <a:lnTo>
                    <a:pt x="62" y="285"/>
                  </a:lnTo>
                  <a:lnTo>
                    <a:pt x="98" y="314"/>
                  </a:lnTo>
                  <a:lnTo>
                    <a:pt x="112" y="329"/>
                  </a:lnTo>
                  <a:lnTo>
                    <a:pt x="120" y="339"/>
                  </a:lnTo>
                  <a:lnTo>
                    <a:pt x="130" y="353"/>
                  </a:lnTo>
                  <a:lnTo>
                    <a:pt x="141" y="367"/>
                  </a:lnTo>
                  <a:lnTo>
                    <a:pt x="146" y="371"/>
                  </a:lnTo>
                  <a:lnTo>
                    <a:pt x="152" y="374"/>
                  </a:lnTo>
                  <a:lnTo>
                    <a:pt x="157" y="370"/>
                  </a:lnTo>
                  <a:lnTo>
                    <a:pt x="160" y="365"/>
                  </a:lnTo>
                  <a:lnTo>
                    <a:pt x="162" y="358"/>
                  </a:lnTo>
                  <a:lnTo>
                    <a:pt x="167" y="358"/>
                  </a:lnTo>
                  <a:lnTo>
                    <a:pt x="173" y="351"/>
                  </a:lnTo>
                  <a:lnTo>
                    <a:pt x="178" y="347"/>
                  </a:lnTo>
                  <a:lnTo>
                    <a:pt x="221" y="280"/>
                  </a:lnTo>
                  <a:lnTo>
                    <a:pt x="239" y="255"/>
                  </a:lnTo>
                  <a:lnTo>
                    <a:pt x="244" y="252"/>
                  </a:lnTo>
                  <a:lnTo>
                    <a:pt x="256" y="247"/>
                  </a:lnTo>
                  <a:lnTo>
                    <a:pt x="256" y="238"/>
                  </a:lnTo>
                  <a:lnTo>
                    <a:pt x="260" y="234"/>
                  </a:lnTo>
                  <a:lnTo>
                    <a:pt x="263" y="230"/>
                  </a:lnTo>
                  <a:lnTo>
                    <a:pt x="270" y="219"/>
                  </a:lnTo>
                  <a:lnTo>
                    <a:pt x="272" y="213"/>
                  </a:lnTo>
                  <a:lnTo>
                    <a:pt x="280" y="204"/>
                  </a:lnTo>
                  <a:lnTo>
                    <a:pt x="294" y="186"/>
                  </a:lnTo>
                  <a:lnTo>
                    <a:pt x="297" y="186"/>
                  </a:lnTo>
                  <a:lnTo>
                    <a:pt x="298" y="182"/>
                  </a:lnTo>
                  <a:lnTo>
                    <a:pt x="335" y="145"/>
                  </a:lnTo>
                  <a:lnTo>
                    <a:pt x="334" y="149"/>
                  </a:lnTo>
                  <a:lnTo>
                    <a:pt x="283" y="214"/>
                  </a:lnTo>
                  <a:lnTo>
                    <a:pt x="278" y="219"/>
                  </a:lnTo>
                  <a:lnTo>
                    <a:pt x="272" y="225"/>
                  </a:lnTo>
                  <a:lnTo>
                    <a:pt x="270" y="232"/>
                  </a:lnTo>
                  <a:lnTo>
                    <a:pt x="269" y="238"/>
                  </a:lnTo>
                  <a:lnTo>
                    <a:pt x="266" y="246"/>
                  </a:lnTo>
                  <a:lnTo>
                    <a:pt x="260" y="251"/>
                  </a:lnTo>
                  <a:lnTo>
                    <a:pt x="257" y="257"/>
                  </a:lnTo>
                  <a:lnTo>
                    <a:pt x="252" y="262"/>
                  </a:lnTo>
                  <a:lnTo>
                    <a:pt x="251" y="271"/>
                  </a:lnTo>
                  <a:lnTo>
                    <a:pt x="252" y="278"/>
                  </a:lnTo>
                  <a:lnTo>
                    <a:pt x="248" y="284"/>
                  </a:lnTo>
                  <a:lnTo>
                    <a:pt x="240" y="289"/>
                  </a:lnTo>
                  <a:lnTo>
                    <a:pt x="240" y="294"/>
                  </a:lnTo>
                  <a:lnTo>
                    <a:pt x="234" y="302"/>
                  </a:lnTo>
                  <a:lnTo>
                    <a:pt x="230" y="309"/>
                  </a:lnTo>
                  <a:lnTo>
                    <a:pt x="230" y="315"/>
                  </a:lnTo>
                  <a:lnTo>
                    <a:pt x="233" y="320"/>
                  </a:lnTo>
                  <a:lnTo>
                    <a:pt x="237" y="323"/>
                  </a:lnTo>
                  <a:lnTo>
                    <a:pt x="240" y="320"/>
                  </a:lnTo>
                  <a:lnTo>
                    <a:pt x="246" y="307"/>
                  </a:lnTo>
                  <a:lnTo>
                    <a:pt x="249" y="300"/>
                  </a:lnTo>
                  <a:lnTo>
                    <a:pt x="249" y="293"/>
                  </a:lnTo>
                  <a:lnTo>
                    <a:pt x="251" y="288"/>
                  </a:lnTo>
                  <a:lnTo>
                    <a:pt x="258" y="278"/>
                  </a:lnTo>
                  <a:lnTo>
                    <a:pt x="262" y="271"/>
                  </a:lnTo>
                  <a:lnTo>
                    <a:pt x="274" y="261"/>
                  </a:lnTo>
                  <a:lnTo>
                    <a:pt x="274" y="251"/>
                  </a:lnTo>
                  <a:lnTo>
                    <a:pt x="276" y="245"/>
                  </a:lnTo>
                  <a:lnTo>
                    <a:pt x="280" y="242"/>
                  </a:lnTo>
                  <a:lnTo>
                    <a:pt x="285" y="242"/>
                  </a:lnTo>
                  <a:lnTo>
                    <a:pt x="295" y="227"/>
                  </a:lnTo>
                  <a:lnTo>
                    <a:pt x="310" y="215"/>
                  </a:lnTo>
                  <a:lnTo>
                    <a:pt x="321" y="204"/>
                  </a:lnTo>
                  <a:lnTo>
                    <a:pt x="327" y="191"/>
                  </a:lnTo>
                  <a:lnTo>
                    <a:pt x="340" y="181"/>
                  </a:lnTo>
                  <a:lnTo>
                    <a:pt x="365" y="168"/>
                  </a:lnTo>
                  <a:lnTo>
                    <a:pt x="370" y="163"/>
                  </a:lnTo>
                  <a:lnTo>
                    <a:pt x="381" y="154"/>
                  </a:lnTo>
                  <a:lnTo>
                    <a:pt x="385" y="147"/>
                  </a:lnTo>
                  <a:lnTo>
                    <a:pt x="386" y="142"/>
                  </a:lnTo>
                  <a:lnTo>
                    <a:pt x="385" y="136"/>
                  </a:lnTo>
                  <a:lnTo>
                    <a:pt x="386" y="132"/>
                  </a:lnTo>
                  <a:lnTo>
                    <a:pt x="404" y="111"/>
                  </a:lnTo>
                  <a:lnTo>
                    <a:pt x="404" y="105"/>
                  </a:lnTo>
                  <a:lnTo>
                    <a:pt x="400" y="104"/>
                  </a:lnTo>
                  <a:lnTo>
                    <a:pt x="394" y="106"/>
                  </a:lnTo>
                  <a:lnTo>
                    <a:pt x="391" y="108"/>
                  </a:lnTo>
                  <a:lnTo>
                    <a:pt x="385" y="114"/>
                  </a:lnTo>
                  <a:lnTo>
                    <a:pt x="384" y="120"/>
                  </a:lnTo>
                  <a:lnTo>
                    <a:pt x="376" y="127"/>
                  </a:lnTo>
                  <a:lnTo>
                    <a:pt x="376" y="120"/>
                  </a:lnTo>
                  <a:lnTo>
                    <a:pt x="376" y="117"/>
                  </a:lnTo>
                  <a:lnTo>
                    <a:pt x="422" y="69"/>
                  </a:lnTo>
                  <a:lnTo>
                    <a:pt x="413" y="81"/>
                  </a:lnTo>
                  <a:lnTo>
                    <a:pt x="409" y="87"/>
                  </a:lnTo>
                  <a:lnTo>
                    <a:pt x="407" y="95"/>
                  </a:lnTo>
                  <a:lnTo>
                    <a:pt x="409" y="99"/>
                  </a:lnTo>
                  <a:lnTo>
                    <a:pt x="481" y="38"/>
                  </a:lnTo>
                  <a:lnTo>
                    <a:pt x="502" y="24"/>
                  </a:lnTo>
                  <a:lnTo>
                    <a:pt x="513" y="15"/>
                  </a:lnTo>
                  <a:lnTo>
                    <a:pt x="522" y="9"/>
                  </a:lnTo>
                  <a:lnTo>
                    <a:pt x="530" y="5"/>
                  </a:lnTo>
                  <a:lnTo>
                    <a:pt x="536" y="1"/>
                  </a:lnTo>
                  <a:lnTo>
                    <a:pt x="543" y="0"/>
                  </a:lnTo>
                  <a:lnTo>
                    <a:pt x="532" y="6"/>
                  </a:lnTo>
                  <a:lnTo>
                    <a:pt x="527" y="10"/>
                  </a:lnTo>
                  <a:lnTo>
                    <a:pt x="519" y="17"/>
                  </a:lnTo>
                  <a:lnTo>
                    <a:pt x="512" y="24"/>
                  </a:lnTo>
                  <a:lnTo>
                    <a:pt x="507" y="32"/>
                  </a:lnTo>
                  <a:lnTo>
                    <a:pt x="463" y="79"/>
                  </a:lnTo>
                  <a:lnTo>
                    <a:pt x="439" y="113"/>
                  </a:lnTo>
                  <a:lnTo>
                    <a:pt x="412" y="149"/>
                  </a:lnTo>
                  <a:lnTo>
                    <a:pt x="333" y="264"/>
                  </a:lnTo>
                  <a:lnTo>
                    <a:pt x="322" y="285"/>
                  </a:lnTo>
                  <a:lnTo>
                    <a:pt x="316" y="291"/>
                  </a:lnTo>
                  <a:lnTo>
                    <a:pt x="310" y="300"/>
                  </a:lnTo>
                  <a:lnTo>
                    <a:pt x="310" y="306"/>
                  </a:lnTo>
                  <a:lnTo>
                    <a:pt x="301" y="311"/>
                  </a:lnTo>
                  <a:lnTo>
                    <a:pt x="302" y="315"/>
                  </a:lnTo>
                  <a:lnTo>
                    <a:pt x="292" y="328"/>
                  </a:lnTo>
                  <a:lnTo>
                    <a:pt x="244" y="430"/>
                  </a:lnTo>
                  <a:lnTo>
                    <a:pt x="239" y="435"/>
                  </a:lnTo>
                  <a:lnTo>
                    <a:pt x="238" y="442"/>
                  </a:lnTo>
                  <a:lnTo>
                    <a:pt x="237" y="449"/>
                  </a:lnTo>
                  <a:lnTo>
                    <a:pt x="234" y="452"/>
                  </a:lnTo>
                  <a:lnTo>
                    <a:pt x="231" y="454"/>
                  </a:lnTo>
                  <a:lnTo>
                    <a:pt x="229" y="458"/>
                  </a:lnTo>
                  <a:lnTo>
                    <a:pt x="228" y="461"/>
                  </a:lnTo>
                  <a:lnTo>
                    <a:pt x="228" y="465"/>
                  </a:lnTo>
                  <a:lnTo>
                    <a:pt x="226" y="467"/>
                  </a:lnTo>
                  <a:lnTo>
                    <a:pt x="223" y="471"/>
                  </a:lnTo>
                  <a:lnTo>
                    <a:pt x="221" y="474"/>
                  </a:lnTo>
                  <a:lnTo>
                    <a:pt x="220" y="476"/>
                  </a:lnTo>
                  <a:lnTo>
                    <a:pt x="221" y="480"/>
                  </a:lnTo>
                  <a:lnTo>
                    <a:pt x="223" y="483"/>
                  </a:lnTo>
                  <a:lnTo>
                    <a:pt x="225" y="485"/>
                  </a:lnTo>
                  <a:lnTo>
                    <a:pt x="228" y="484"/>
                  </a:lnTo>
                  <a:lnTo>
                    <a:pt x="230" y="481"/>
                  </a:lnTo>
                  <a:lnTo>
                    <a:pt x="234" y="481"/>
                  </a:lnTo>
                  <a:lnTo>
                    <a:pt x="231" y="484"/>
                  </a:lnTo>
                  <a:lnTo>
                    <a:pt x="229" y="488"/>
                  </a:lnTo>
                  <a:lnTo>
                    <a:pt x="228" y="490"/>
                  </a:lnTo>
                  <a:lnTo>
                    <a:pt x="224" y="494"/>
                  </a:lnTo>
                  <a:lnTo>
                    <a:pt x="221" y="497"/>
                  </a:lnTo>
                  <a:lnTo>
                    <a:pt x="219" y="499"/>
                  </a:lnTo>
                  <a:lnTo>
                    <a:pt x="216" y="502"/>
                  </a:lnTo>
                  <a:lnTo>
                    <a:pt x="211" y="503"/>
                  </a:lnTo>
                  <a:lnTo>
                    <a:pt x="199" y="501"/>
                  </a:lnTo>
                  <a:lnTo>
                    <a:pt x="182" y="499"/>
                  </a:lnTo>
                  <a:lnTo>
                    <a:pt x="153" y="49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81" name="Rectangle 93"/>
            <p:cNvSpPr>
              <a:spLocks noChangeAspect="1" noChangeArrowheads="1"/>
            </p:cNvSpPr>
            <p:nvPr/>
          </p:nvSpPr>
          <p:spPr bwMode="auto">
            <a:xfrm>
              <a:off x="1286" y="2356"/>
              <a:ext cx="0" cy="13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582" name="Freeform 94"/>
            <p:cNvSpPr>
              <a:spLocks noChangeAspect="1"/>
            </p:cNvSpPr>
            <p:nvPr/>
          </p:nvSpPr>
          <p:spPr bwMode="auto">
            <a:xfrm>
              <a:off x="1289" y="2365"/>
              <a:ext cx="72" cy="89"/>
            </a:xfrm>
            <a:custGeom>
              <a:avLst/>
              <a:gdLst>
                <a:gd name="T0" fmla="*/ 0 w 543"/>
                <a:gd name="T1" fmla="*/ 0 h 503"/>
                <a:gd name="T2" fmla="*/ 0 w 543"/>
                <a:gd name="T3" fmla="*/ 0 h 503"/>
                <a:gd name="T4" fmla="*/ 0 w 543"/>
                <a:gd name="T5" fmla="*/ 0 h 503"/>
                <a:gd name="T6" fmla="*/ 0 w 543"/>
                <a:gd name="T7" fmla="*/ 0 h 503"/>
                <a:gd name="T8" fmla="*/ 0 w 543"/>
                <a:gd name="T9" fmla="*/ 0 h 503"/>
                <a:gd name="T10" fmla="*/ 0 w 543"/>
                <a:gd name="T11" fmla="*/ 0 h 503"/>
                <a:gd name="T12" fmla="*/ 0 w 543"/>
                <a:gd name="T13" fmla="*/ 0 h 503"/>
                <a:gd name="T14" fmla="*/ 0 w 543"/>
                <a:gd name="T15" fmla="*/ 0 h 503"/>
                <a:gd name="T16" fmla="*/ 0 w 543"/>
                <a:gd name="T17" fmla="*/ 0 h 503"/>
                <a:gd name="T18" fmla="*/ 0 w 543"/>
                <a:gd name="T19" fmla="*/ 0 h 503"/>
                <a:gd name="T20" fmla="*/ 0 w 543"/>
                <a:gd name="T21" fmla="*/ 0 h 503"/>
                <a:gd name="T22" fmla="*/ 0 w 543"/>
                <a:gd name="T23" fmla="*/ 0 h 503"/>
                <a:gd name="T24" fmla="*/ 0 w 543"/>
                <a:gd name="T25" fmla="*/ 0 h 503"/>
                <a:gd name="T26" fmla="*/ 0 w 543"/>
                <a:gd name="T27" fmla="*/ 0 h 503"/>
                <a:gd name="T28" fmla="*/ 0 w 543"/>
                <a:gd name="T29" fmla="*/ 0 h 503"/>
                <a:gd name="T30" fmla="*/ 0 w 543"/>
                <a:gd name="T31" fmla="*/ 0 h 503"/>
                <a:gd name="T32" fmla="*/ 0 w 543"/>
                <a:gd name="T33" fmla="*/ 0 h 503"/>
                <a:gd name="T34" fmla="*/ 0 w 543"/>
                <a:gd name="T35" fmla="*/ 0 h 503"/>
                <a:gd name="T36" fmla="*/ 0 w 543"/>
                <a:gd name="T37" fmla="*/ 0 h 503"/>
                <a:gd name="T38" fmla="*/ 0 w 543"/>
                <a:gd name="T39" fmla="*/ 0 h 503"/>
                <a:gd name="T40" fmla="*/ 0 w 543"/>
                <a:gd name="T41" fmla="*/ 0 h 503"/>
                <a:gd name="T42" fmla="*/ 0 w 543"/>
                <a:gd name="T43" fmla="*/ 0 h 503"/>
                <a:gd name="T44" fmla="*/ 0 w 543"/>
                <a:gd name="T45" fmla="*/ 0 h 503"/>
                <a:gd name="T46" fmla="*/ 0 w 543"/>
                <a:gd name="T47" fmla="*/ 0 h 503"/>
                <a:gd name="T48" fmla="*/ 0 w 543"/>
                <a:gd name="T49" fmla="*/ 0 h 503"/>
                <a:gd name="T50" fmla="*/ 0 w 543"/>
                <a:gd name="T51" fmla="*/ 0 h 503"/>
                <a:gd name="T52" fmla="*/ 0 w 543"/>
                <a:gd name="T53" fmla="*/ 0 h 503"/>
                <a:gd name="T54" fmla="*/ 0 w 543"/>
                <a:gd name="T55" fmla="*/ 0 h 503"/>
                <a:gd name="T56" fmla="*/ 0 w 543"/>
                <a:gd name="T57" fmla="*/ 0 h 503"/>
                <a:gd name="T58" fmla="*/ 0 w 543"/>
                <a:gd name="T59" fmla="*/ 0 h 503"/>
                <a:gd name="T60" fmla="*/ 0 w 543"/>
                <a:gd name="T61" fmla="*/ 0 h 503"/>
                <a:gd name="T62" fmla="*/ 0 w 543"/>
                <a:gd name="T63" fmla="*/ 0 h 503"/>
                <a:gd name="T64" fmla="*/ 0 w 543"/>
                <a:gd name="T65" fmla="*/ 0 h 503"/>
                <a:gd name="T66" fmla="*/ 0 w 543"/>
                <a:gd name="T67" fmla="*/ 0 h 503"/>
                <a:gd name="T68" fmla="*/ 0 w 543"/>
                <a:gd name="T69" fmla="*/ 0 h 503"/>
                <a:gd name="T70" fmla="*/ 0 w 543"/>
                <a:gd name="T71" fmla="*/ 0 h 503"/>
                <a:gd name="T72" fmla="*/ 0 w 543"/>
                <a:gd name="T73" fmla="*/ 0 h 503"/>
                <a:gd name="T74" fmla="*/ 0 w 543"/>
                <a:gd name="T75" fmla="*/ 0 h 503"/>
                <a:gd name="T76" fmla="*/ 0 w 543"/>
                <a:gd name="T77" fmla="*/ 0 h 503"/>
                <a:gd name="T78" fmla="*/ 0 w 543"/>
                <a:gd name="T79" fmla="*/ 0 h 503"/>
                <a:gd name="T80" fmla="*/ 0 w 543"/>
                <a:gd name="T81" fmla="*/ 0 h 503"/>
                <a:gd name="T82" fmla="*/ 0 w 543"/>
                <a:gd name="T83" fmla="*/ 0 h 503"/>
                <a:gd name="T84" fmla="*/ 0 w 543"/>
                <a:gd name="T85" fmla="*/ 0 h 503"/>
                <a:gd name="T86" fmla="*/ 0 w 543"/>
                <a:gd name="T87" fmla="*/ 0 h 503"/>
                <a:gd name="T88" fmla="*/ 0 w 543"/>
                <a:gd name="T89" fmla="*/ 0 h 503"/>
                <a:gd name="T90" fmla="*/ 0 w 543"/>
                <a:gd name="T91" fmla="*/ 0 h 503"/>
                <a:gd name="T92" fmla="*/ 0 w 543"/>
                <a:gd name="T93" fmla="*/ 0 h 503"/>
                <a:gd name="T94" fmla="*/ 0 w 543"/>
                <a:gd name="T95" fmla="*/ 0 h 503"/>
                <a:gd name="T96" fmla="*/ 0 w 543"/>
                <a:gd name="T97" fmla="*/ 0 h 503"/>
                <a:gd name="T98" fmla="*/ 0 w 543"/>
                <a:gd name="T99" fmla="*/ 0 h 503"/>
                <a:gd name="T100" fmla="*/ 0 w 543"/>
                <a:gd name="T101" fmla="*/ 0 h 503"/>
                <a:gd name="T102" fmla="*/ 0 w 543"/>
                <a:gd name="T103" fmla="*/ 0 h 503"/>
                <a:gd name="T104" fmla="*/ 0 w 543"/>
                <a:gd name="T105" fmla="*/ 0 h 503"/>
                <a:gd name="T106" fmla="*/ 0 w 543"/>
                <a:gd name="T107" fmla="*/ 0 h 503"/>
                <a:gd name="T108" fmla="*/ 0 w 543"/>
                <a:gd name="T109" fmla="*/ 0 h 503"/>
                <a:gd name="T110" fmla="*/ 0 w 543"/>
                <a:gd name="T111" fmla="*/ 0 h 503"/>
                <a:gd name="T112" fmla="*/ 0 w 543"/>
                <a:gd name="T113" fmla="*/ 0 h 503"/>
                <a:gd name="T114" fmla="*/ 0 w 543"/>
                <a:gd name="T115" fmla="*/ 0 h 503"/>
                <a:gd name="T116" fmla="*/ 0 w 543"/>
                <a:gd name="T117" fmla="*/ 0 h 503"/>
                <a:gd name="T118" fmla="*/ 0 w 543"/>
                <a:gd name="T119" fmla="*/ 0 h 50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43"/>
                <a:gd name="T181" fmla="*/ 0 h 503"/>
                <a:gd name="T182" fmla="*/ 543 w 543"/>
                <a:gd name="T183" fmla="*/ 503 h 50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43" h="503">
                  <a:moveTo>
                    <a:pt x="153" y="498"/>
                  </a:moveTo>
                  <a:lnTo>
                    <a:pt x="126" y="498"/>
                  </a:lnTo>
                  <a:lnTo>
                    <a:pt x="94" y="498"/>
                  </a:lnTo>
                  <a:lnTo>
                    <a:pt x="91" y="495"/>
                  </a:lnTo>
                  <a:lnTo>
                    <a:pt x="91" y="492"/>
                  </a:lnTo>
                  <a:lnTo>
                    <a:pt x="91" y="475"/>
                  </a:lnTo>
                  <a:lnTo>
                    <a:pt x="91" y="456"/>
                  </a:lnTo>
                  <a:lnTo>
                    <a:pt x="88" y="435"/>
                  </a:lnTo>
                  <a:lnTo>
                    <a:pt x="82" y="411"/>
                  </a:lnTo>
                  <a:lnTo>
                    <a:pt x="82" y="407"/>
                  </a:lnTo>
                  <a:lnTo>
                    <a:pt x="82" y="403"/>
                  </a:lnTo>
                  <a:lnTo>
                    <a:pt x="84" y="401"/>
                  </a:lnTo>
                  <a:lnTo>
                    <a:pt x="86" y="398"/>
                  </a:lnTo>
                  <a:lnTo>
                    <a:pt x="86" y="394"/>
                  </a:lnTo>
                  <a:lnTo>
                    <a:pt x="84" y="390"/>
                  </a:lnTo>
                  <a:lnTo>
                    <a:pt x="82" y="384"/>
                  </a:lnTo>
                  <a:lnTo>
                    <a:pt x="77" y="380"/>
                  </a:lnTo>
                  <a:lnTo>
                    <a:pt x="74" y="380"/>
                  </a:lnTo>
                  <a:lnTo>
                    <a:pt x="74" y="383"/>
                  </a:lnTo>
                  <a:lnTo>
                    <a:pt x="75" y="390"/>
                  </a:lnTo>
                  <a:lnTo>
                    <a:pt x="77" y="401"/>
                  </a:lnTo>
                  <a:lnTo>
                    <a:pt x="69" y="388"/>
                  </a:lnTo>
                  <a:lnTo>
                    <a:pt x="65" y="378"/>
                  </a:lnTo>
                  <a:lnTo>
                    <a:pt x="59" y="373"/>
                  </a:lnTo>
                  <a:lnTo>
                    <a:pt x="55" y="365"/>
                  </a:lnTo>
                  <a:lnTo>
                    <a:pt x="62" y="364"/>
                  </a:lnTo>
                  <a:lnTo>
                    <a:pt x="59" y="355"/>
                  </a:lnTo>
                  <a:lnTo>
                    <a:pt x="55" y="346"/>
                  </a:lnTo>
                  <a:lnTo>
                    <a:pt x="51" y="338"/>
                  </a:lnTo>
                  <a:lnTo>
                    <a:pt x="46" y="330"/>
                  </a:lnTo>
                  <a:lnTo>
                    <a:pt x="39" y="324"/>
                  </a:lnTo>
                  <a:lnTo>
                    <a:pt x="33" y="321"/>
                  </a:lnTo>
                  <a:lnTo>
                    <a:pt x="30" y="320"/>
                  </a:lnTo>
                  <a:lnTo>
                    <a:pt x="27" y="319"/>
                  </a:lnTo>
                  <a:lnTo>
                    <a:pt x="9" y="298"/>
                  </a:lnTo>
                  <a:lnTo>
                    <a:pt x="2" y="293"/>
                  </a:lnTo>
                  <a:lnTo>
                    <a:pt x="0" y="277"/>
                  </a:lnTo>
                  <a:lnTo>
                    <a:pt x="6" y="255"/>
                  </a:lnTo>
                  <a:lnTo>
                    <a:pt x="13" y="256"/>
                  </a:lnTo>
                  <a:lnTo>
                    <a:pt x="34" y="266"/>
                  </a:lnTo>
                  <a:lnTo>
                    <a:pt x="62" y="285"/>
                  </a:lnTo>
                  <a:lnTo>
                    <a:pt x="98" y="314"/>
                  </a:lnTo>
                  <a:lnTo>
                    <a:pt x="112" y="329"/>
                  </a:lnTo>
                  <a:lnTo>
                    <a:pt x="120" y="339"/>
                  </a:lnTo>
                  <a:lnTo>
                    <a:pt x="130" y="353"/>
                  </a:lnTo>
                  <a:lnTo>
                    <a:pt x="141" y="367"/>
                  </a:lnTo>
                  <a:lnTo>
                    <a:pt x="146" y="371"/>
                  </a:lnTo>
                  <a:lnTo>
                    <a:pt x="152" y="374"/>
                  </a:lnTo>
                  <a:lnTo>
                    <a:pt x="157" y="370"/>
                  </a:lnTo>
                  <a:lnTo>
                    <a:pt x="160" y="365"/>
                  </a:lnTo>
                  <a:lnTo>
                    <a:pt x="162" y="358"/>
                  </a:lnTo>
                  <a:lnTo>
                    <a:pt x="167" y="358"/>
                  </a:lnTo>
                  <a:lnTo>
                    <a:pt x="173" y="351"/>
                  </a:lnTo>
                  <a:lnTo>
                    <a:pt x="178" y="347"/>
                  </a:lnTo>
                  <a:lnTo>
                    <a:pt x="221" y="280"/>
                  </a:lnTo>
                  <a:lnTo>
                    <a:pt x="239" y="255"/>
                  </a:lnTo>
                  <a:lnTo>
                    <a:pt x="244" y="252"/>
                  </a:lnTo>
                  <a:lnTo>
                    <a:pt x="256" y="247"/>
                  </a:lnTo>
                  <a:lnTo>
                    <a:pt x="256" y="238"/>
                  </a:lnTo>
                  <a:lnTo>
                    <a:pt x="260" y="234"/>
                  </a:lnTo>
                  <a:lnTo>
                    <a:pt x="263" y="230"/>
                  </a:lnTo>
                  <a:lnTo>
                    <a:pt x="270" y="219"/>
                  </a:lnTo>
                  <a:lnTo>
                    <a:pt x="272" y="213"/>
                  </a:lnTo>
                  <a:lnTo>
                    <a:pt x="280" y="204"/>
                  </a:lnTo>
                  <a:lnTo>
                    <a:pt x="294" y="186"/>
                  </a:lnTo>
                  <a:lnTo>
                    <a:pt x="297" y="186"/>
                  </a:lnTo>
                  <a:lnTo>
                    <a:pt x="298" y="182"/>
                  </a:lnTo>
                  <a:lnTo>
                    <a:pt x="335" y="145"/>
                  </a:lnTo>
                  <a:lnTo>
                    <a:pt x="334" y="149"/>
                  </a:lnTo>
                  <a:lnTo>
                    <a:pt x="283" y="214"/>
                  </a:lnTo>
                  <a:lnTo>
                    <a:pt x="278" y="219"/>
                  </a:lnTo>
                  <a:lnTo>
                    <a:pt x="272" y="225"/>
                  </a:lnTo>
                  <a:lnTo>
                    <a:pt x="270" y="232"/>
                  </a:lnTo>
                  <a:lnTo>
                    <a:pt x="269" y="238"/>
                  </a:lnTo>
                  <a:lnTo>
                    <a:pt x="266" y="246"/>
                  </a:lnTo>
                  <a:lnTo>
                    <a:pt x="260" y="251"/>
                  </a:lnTo>
                  <a:lnTo>
                    <a:pt x="257" y="257"/>
                  </a:lnTo>
                  <a:lnTo>
                    <a:pt x="252" y="262"/>
                  </a:lnTo>
                  <a:lnTo>
                    <a:pt x="251" y="271"/>
                  </a:lnTo>
                  <a:lnTo>
                    <a:pt x="252" y="278"/>
                  </a:lnTo>
                  <a:lnTo>
                    <a:pt x="248" y="284"/>
                  </a:lnTo>
                  <a:lnTo>
                    <a:pt x="240" y="289"/>
                  </a:lnTo>
                  <a:lnTo>
                    <a:pt x="240" y="294"/>
                  </a:lnTo>
                  <a:lnTo>
                    <a:pt x="234" y="302"/>
                  </a:lnTo>
                  <a:lnTo>
                    <a:pt x="230" y="309"/>
                  </a:lnTo>
                  <a:lnTo>
                    <a:pt x="230" y="315"/>
                  </a:lnTo>
                  <a:lnTo>
                    <a:pt x="233" y="320"/>
                  </a:lnTo>
                  <a:lnTo>
                    <a:pt x="237" y="323"/>
                  </a:lnTo>
                  <a:lnTo>
                    <a:pt x="240" y="320"/>
                  </a:lnTo>
                  <a:lnTo>
                    <a:pt x="246" y="307"/>
                  </a:lnTo>
                  <a:lnTo>
                    <a:pt x="249" y="300"/>
                  </a:lnTo>
                  <a:lnTo>
                    <a:pt x="249" y="293"/>
                  </a:lnTo>
                  <a:lnTo>
                    <a:pt x="251" y="288"/>
                  </a:lnTo>
                  <a:lnTo>
                    <a:pt x="258" y="278"/>
                  </a:lnTo>
                  <a:lnTo>
                    <a:pt x="262" y="271"/>
                  </a:lnTo>
                  <a:lnTo>
                    <a:pt x="274" y="261"/>
                  </a:lnTo>
                  <a:lnTo>
                    <a:pt x="274" y="251"/>
                  </a:lnTo>
                  <a:lnTo>
                    <a:pt x="276" y="245"/>
                  </a:lnTo>
                  <a:lnTo>
                    <a:pt x="280" y="242"/>
                  </a:lnTo>
                  <a:lnTo>
                    <a:pt x="285" y="242"/>
                  </a:lnTo>
                  <a:lnTo>
                    <a:pt x="295" y="227"/>
                  </a:lnTo>
                  <a:lnTo>
                    <a:pt x="310" y="215"/>
                  </a:lnTo>
                  <a:lnTo>
                    <a:pt x="321" y="204"/>
                  </a:lnTo>
                  <a:lnTo>
                    <a:pt x="327" y="191"/>
                  </a:lnTo>
                  <a:lnTo>
                    <a:pt x="340" y="181"/>
                  </a:lnTo>
                  <a:lnTo>
                    <a:pt x="365" y="168"/>
                  </a:lnTo>
                  <a:lnTo>
                    <a:pt x="370" y="163"/>
                  </a:lnTo>
                  <a:lnTo>
                    <a:pt x="381" y="154"/>
                  </a:lnTo>
                  <a:lnTo>
                    <a:pt x="385" y="147"/>
                  </a:lnTo>
                  <a:lnTo>
                    <a:pt x="386" y="142"/>
                  </a:lnTo>
                  <a:lnTo>
                    <a:pt x="385" y="136"/>
                  </a:lnTo>
                  <a:lnTo>
                    <a:pt x="386" y="132"/>
                  </a:lnTo>
                  <a:lnTo>
                    <a:pt x="404" y="111"/>
                  </a:lnTo>
                  <a:lnTo>
                    <a:pt x="404" y="105"/>
                  </a:lnTo>
                  <a:lnTo>
                    <a:pt x="400" y="104"/>
                  </a:lnTo>
                  <a:lnTo>
                    <a:pt x="394" y="106"/>
                  </a:lnTo>
                  <a:lnTo>
                    <a:pt x="391" y="108"/>
                  </a:lnTo>
                  <a:lnTo>
                    <a:pt x="385" y="114"/>
                  </a:lnTo>
                  <a:lnTo>
                    <a:pt x="384" y="120"/>
                  </a:lnTo>
                  <a:lnTo>
                    <a:pt x="376" y="127"/>
                  </a:lnTo>
                  <a:lnTo>
                    <a:pt x="376" y="120"/>
                  </a:lnTo>
                  <a:lnTo>
                    <a:pt x="376" y="117"/>
                  </a:lnTo>
                  <a:lnTo>
                    <a:pt x="422" y="69"/>
                  </a:lnTo>
                  <a:lnTo>
                    <a:pt x="413" y="81"/>
                  </a:lnTo>
                  <a:lnTo>
                    <a:pt x="409" y="87"/>
                  </a:lnTo>
                  <a:lnTo>
                    <a:pt x="407" y="95"/>
                  </a:lnTo>
                  <a:lnTo>
                    <a:pt x="409" y="99"/>
                  </a:lnTo>
                  <a:lnTo>
                    <a:pt x="481" y="38"/>
                  </a:lnTo>
                  <a:lnTo>
                    <a:pt x="502" y="24"/>
                  </a:lnTo>
                  <a:lnTo>
                    <a:pt x="513" y="15"/>
                  </a:lnTo>
                  <a:lnTo>
                    <a:pt x="522" y="9"/>
                  </a:lnTo>
                  <a:lnTo>
                    <a:pt x="530" y="5"/>
                  </a:lnTo>
                  <a:lnTo>
                    <a:pt x="536" y="1"/>
                  </a:lnTo>
                  <a:lnTo>
                    <a:pt x="543" y="0"/>
                  </a:lnTo>
                  <a:lnTo>
                    <a:pt x="532" y="6"/>
                  </a:lnTo>
                  <a:lnTo>
                    <a:pt x="527" y="10"/>
                  </a:lnTo>
                  <a:lnTo>
                    <a:pt x="519" y="17"/>
                  </a:lnTo>
                  <a:lnTo>
                    <a:pt x="512" y="24"/>
                  </a:lnTo>
                  <a:lnTo>
                    <a:pt x="507" y="32"/>
                  </a:lnTo>
                  <a:lnTo>
                    <a:pt x="463" y="79"/>
                  </a:lnTo>
                  <a:lnTo>
                    <a:pt x="439" y="113"/>
                  </a:lnTo>
                  <a:lnTo>
                    <a:pt x="412" y="149"/>
                  </a:lnTo>
                  <a:lnTo>
                    <a:pt x="333" y="264"/>
                  </a:lnTo>
                  <a:lnTo>
                    <a:pt x="322" y="285"/>
                  </a:lnTo>
                  <a:lnTo>
                    <a:pt x="316" y="291"/>
                  </a:lnTo>
                  <a:lnTo>
                    <a:pt x="310" y="300"/>
                  </a:lnTo>
                  <a:lnTo>
                    <a:pt x="310" y="306"/>
                  </a:lnTo>
                  <a:lnTo>
                    <a:pt x="301" y="311"/>
                  </a:lnTo>
                  <a:lnTo>
                    <a:pt x="302" y="315"/>
                  </a:lnTo>
                  <a:lnTo>
                    <a:pt x="292" y="328"/>
                  </a:lnTo>
                  <a:lnTo>
                    <a:pt x="244" y="430"/>
                  </a:lnTo>
                  <a:lnTo>
                    <a:pt x="239" y="435"/>
                  </a:lnTo>
                  <a:lnTo>
                    <a:pt x="238" y="442"/>
                  </a:lnTo>
                  <a:lnTo>
                    <a:pt x="237" y="449"/>
                  </a:lnTo>
                  <a:lnTo>
                    <a:pt x="234" y="452"/>
                  </a:lnTo>
                  <a:lnTo>
                    <a:pt x="231" y="454"/>
                  </a:lnTo>
                  <a:lnTo>
                    <a:pt x="229" y="458"/>
                  </a:lnTo>
                  <a:lnTo>
                    <a:pt x="228" y="461"/>
                  </a:lnTo>
                  <a:lnTo>
                    <a:pt x="228" y="465"/>
                  </a:lnTo>
                  <a:lnTo>
                    <a:pt x="226" y="467"/>
                  </a:lnTo>
                  <a:lnTo>
                    <a:pt x="223" y="471"/>
                  </a:lnTo>
                  <a:lnTo>
                    <a:pt x="221" y="474"/>
                  </a:lnTo>
                  <a:lnTo>
                    <a:pt x="220" y="476"/>
                  </a:lnTo>
                  <a:lnTo>
                    <a:pt x="221" y="480"/>
                  </a:lnTo>
                  <a:lnTo>
                    <a:pt x="223" y="483"/>
                  </a:lnTo>
                  <a:lnTo>
                    <a:pt x="225" y="485"/>
                  </a:lnTo>
                  <a:lnTo>
                    <a:pt x="228" y="484"/>
                  </a:lnTo>
                  <a:lnTo>
                    <a:pt x="230" y="481"/>
                  </a:lnTo>
                  <a:lnTo>
                    <a:pt x="234" y="481"/>
                  </a:lnTo>
                  <a:lnTo>
                    <a:pt x="231" y="484"/>
                  </a:lnTo>
                  <a:lnTo>
                    <a:pt x="229" y="488"/>
                  </a:lnTo>
                  <a:lnTo>
                    <a:pt x="228" y="490"/>
                  </a:lnTo>
                  <a:lnTo>
                    <a:pt x="224" y="494"/>
                  </a:lnTo>
                  <a:lnTo>
                    <a:pt x="221" y="497"/>
                  </a:lnTo>
                  <a:lnTo>
                    <a:pt x="219" y="499"/>
                  </a:lnTo>
                  <a:lnTo>
                    <a:pt x="216" y="502"/>
                  </a:lnTo>
                  <a:lnTo>
                    <a:pt x="211" y="503"/>
                  </a:lnTo>
                  <a:lnTo>
                    <a:pt x="199" y="501"/>
                  </a:lnTo>
                  <a:lnTo>
                    <a:pt x="182" y="499"/>
                  </a:lnTo>
                  <a:lnTo>
                    <a:pt x="153" y="49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</p:grpSp>
      <p:pic>
        <p:nvPicPr>
          <p:cNvPr id="16425" name="내용 개체 틀 10" descr="전이명세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658" y="1941552"/>
            <a:ext cx="2644023" cy="1762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6" name="Group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729254"/>
              </p:ext>
            </p:extLst>
          </p:nvPr>
        </p:nvGraphicFramePr>
        <p:xfrm>
          <a:off x="4495752" y="2205799"/>
          <a:ext cx="1894807" cy="1497874"/>
        </p:xfrm>
        <a:graphic>
          <a:graphicData uri="http://schemas.openxmlformats.org/drawingml/2006/table">
            <a:tbl>
              <a:tblPr/>
              <a:tblGrid>
                <a:gridCol w="881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TC 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Pretendard GOV" pitchFamily="50" charset="-127"/>
                        <a:ea typeface="Pretendard GOV" pitchFamily="50" charset="-127"/>
                        <a:cs typeface="Arial" charset="0"/>
                      </a:endParaRP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Pre-Condition</a:t>
                      </a: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Service Name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Pretendard GOV" pitchFamily="50" charset="-127"/>
                        <a:ea typeface="Pretendard GOV" pitchFamily="50" charset="-127"/>
                        <a:cs typeface="Arial" charset="0"/>
                      </a:endParaRP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Test Parameters</a:t>
                      </a: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Service Spec.</a:t>
                      </a: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Test Procedure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Pretendard GOV" pitchFamily="50" charset="-127"/>
                        <a:ea typeface="Pretendard GOV" pitchFamily="50" charset="-127"/>
                        <a:cs typeface="Arial" charset="0"/>
                      </a:endParaRP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Spec. index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Pretendard GOV" pitchFamily="50" charset="-127"/>
                        <a:ea typeface="Pretendard GOV" pitchFamily="50" charset="-127"/>
                        <a:cs typeface="Arial" charset="0"/>
                      </a:endParaRP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Expected Result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Pretendard GOV" pitchFamily="50" charset="-127"/>
                        <a:ea typeface="Pretendard GOV" pitchFamily="50" charset="-127"/>
                        <a:cs typeface="Arial" charset="0"/>
                      </a:endParaRP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Test Title</a:t>
                      </a: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Actual Result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Pretendard GOV" pitchFamily="50" charset="-127"/>
                        <a:ea typeface="Pretendard GOV" pitchFamily="50" charset="-127"/>
                        <a:cs typeface="Arial" charset="0"/>
                      </a:endParaRP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Test Priority</a:t>
                      </a: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Pass / Fail</a:t>
                      </a: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Test Group</a:t>
                      </a: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accent1"/>
                        </a:buClr>
                        <a:buSzPct val="50000"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retendard GOV" pitchFamily="50" charset="-127"/>
                          <a:ea typeface="Pretendard GOV" pitchFamily="50" charset="-127"/>
                          <a:cs typeface="Arial" charset="0"/>
                        </a:rPr>
                        <a:t>Time</a:t>
                      </a:r>
                    </a:p>
                  </a:txBody>
                  <a:tcPr marL="89533" marR="89533" marT="44777" marB="447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452" name="Text Box 122"/>
          <p:cNvSpPr txBox="1">
            <a:spLocks noChangeArrowheads="1"/>
          </p:cNvSpPr>
          <p:nvPr/>
        </p:nvSpPr>
        <p:spPr bwMode="gray">
          <a:xfrm>
            <a:off x="2380220" y="1626008"/>
            <a:ext cx="870464" cy="412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747" tIns="105747" rIns="70499" bIns="105747">
            <a:spAutoFit/>
          </a:bodyPr>
          <a:lstStyle>
            <a:lvl1pPr marL="200025" indent="-200025" defTabSz="957263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1pPr>
            <a:lvl2pPr marL="742950" indent="-285750" defTabSz="957263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2pPr>
            <a:lvl3pPr marL="1143000" indent="-228600" defTabSz="957263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3pPr>
            <a:lvl4pPr marL="1600200" indent="-228600" defTabSz="957263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4pPr>
            <a:lvl5pPr marL="2057400" indent="-228600" defTabSz="957263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0" lang="ko-KR" altLang="en-US" sz="1175" b="1" u="sng" baseline="0" dirty="0">
                <a:solidFill>
                  <a:srgbClr val="000000"/>
                </a:solidFill>
                <a:latin typeface="+mn-ea"/>
                <a:ea typeface="+mn-ea"/>
              </a:rPr>
              <a:t>표준 규격서</a:t>
            </a:r>
          </a:p>
        </p:txBody>
      </p:sp>
      <p:sp>
        <p:nvSpPr>
          <p:cNvPr id="16453" name="Text Box 123"/>
          <p:cNvSpPr txBox="1">
            <a:spLocks noChangeArrowheads="1"/>
          </p:cNvSpPr>
          <p:nvPr/>
        </p:nvSpPr>
        <p:spPr bwMode="gray">
          <a:xfrm>
            <a:off x="4613953" y="1626008"/>
            <a:ext cx="1173431" cy="412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747" tIns="105747" rIns="70499" bIns="105747">
            <a:spAutoFit/>
          </a:bodyPr>
          <a:lstStyle>
            <a:lvl1pPr marL="200025" indent="-200025" defTabSz="957263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1pPr>
            <a:lvl2pPr marL="742950" indent="-285750" defTabSz="957263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2pPr>
            <a:lvl3pPr marL="1143000" indent="-228600" defTabSz="957263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3pPr>
            <a:lvl4pPr marL="1600200" indent="-228600" defTabSz="957263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4pPr>
            <a:lvl5pPr marL="2057400" indent="-228600" defTabSz="957263" eaLnBrk="0" hangingPunct="0"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400" baseline="-25000">
                <a:solidFill>
                  <a:schemeClr val="tx1"/>
                </a:solidFill>
                <a:latin typeface="Pretendard GOV" pitchFamily="50" charset="-127"/>
                <a:ea typeface="Pretendard GOV" pitchFamily="50" charset="-127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0" lang="ko-KR" altLang="en-US" sz="1175" b="1" u="sng" baseline="0" dirty="0">
                <a:solidFill>
                  <a:srgbClr val="000000"/>
                </a:solidFill>
                <a:latin typeface="+mn-ea"/>
                <a:ea typeface="+mn-ea"/>
              </a:rPr>
              <a:t>표준 시험 절차서</a:t>
            </a:r>
            <a:endParaRPr kumimoji="0" lang="en-US" altLang="ko-KR" sz="1175" b="1" u="sng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215D55-7FA0-6465-2565-06C0C238FE49}"/>
              </a:ext>
            </a:extLst>
          </p:cNvPr>
          <p:cNvGrpSpPr/>
          <p:nvPr/>
        </p:nvGrpSpPr>
        <p:grpSpPr>
          <a:xfrm>
            <a:off x="1653542" y="3949868"/>
            <a:ext cx="4450230" cy="2297395"/>
            <a:chOff x="1183982" y="4353997"/>
            <a:chExt cx="4905554" cy="2532452"/>
          </a:xfrm>
        </p:grpSpPr>
        <p:sp>
          <p:nvSpPr>
            <p:cNvPr id="16423" name="AutoShape 13"/>
            <p:cNvSpPr>
              <a:spLocks noChangeArrowheads="1"/>
            </p:cNvSpPr>
            <p:nvPr/>
          </p:nvSpPr>
          <p:spPr bwMode="auto">
            <a:xfrm>
              <a:off x="2046764" y="4919385"/>
              <a:ext cx="3946820" cy="177344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3 w 21600"/>
                <a:gd name="T19" fmla="*/ 3163 h 21600"/>
                <a:gd name="T20" fmla="*/ 18437 w 21600"/>
                <a:gd name="T21" fmla="*/ 18437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8245" y="17033"/>
                  </a:moveTo>
                  <a:cubicBezTo>
                    <a:pt x="9055" y="17366"/>
                    <a:pt x="9923" y="17537"/>
                    <a:pt x="10800" y="17537"/>
                  </a:cubicBezTo>
                  <a:cubicBezTo>
                    <a:pt x="14520" y="17537"/>
                    <a:pt x="17537" y="14520"/>
                    <a:pt x="17537" y="10800"/>
                  </a:cubicBezTo>
                  <a:cubicBezTo>
                    <a:pt x="17537" y="7079"/>
                    <a:pt x="14520" y="4063"/>
                    <a:pt x="10800" y="4063"/>
                  </a:cubicBezTo>
                  <a:cubicBezTo>
                    <a:pt x="7079" y="4063"/>
                    <a:pt x="4063" y="7079"/>
                    <a:pt x="4063" y="10800"/>
                  </a:cubicBezTo>
                  <a:cubicBezTo>
                    <a:pt x="4062" y="11005"/>
                    <a:pt x="4072" y="11210"/>
                    <a:pt x="4091" y="11415"/>
                  </a:cubicBezTo>
                  <a:lnTo>
                    <a:pt x="45" y="11786"/>
                  </a:lnTo>
                  <a:cubicBezTo>
                    <a:pt x="15" y="11458"/>
                    <a:pt x="0" y="11129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9395" y="21600"/>
                    <a:pt x="8004" y="21325"/>
                    <a:pt x="6704" y="20793"/>
                  </a:cubicBezTo>
                  <a:lnTo>
                    <a:pt x="5680" y="23291"/>
                  </a:lnTo>
                  <a:lnTo>
                    <a:pt x="3096" y="17118"/>
                  </a:lnTo>
                  <a:lnTo>
                    <a:pt x="9269" y="14535"/>
                  </a:lnTo>
                  <a:lnTo>
                    <a:pt x="8245" y="17033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  <a:alpha val="34000"/>
              </a:schemeClr>
            </a:solidFill>
            <a:ln>
              <a:noFill/>
            </a:ln>
          </p:spPr>
          <p:txBody>
            <a:bodyPr wrap="none" lIns="0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6454" name="Text Box 124"/>
            <p:cNvSpPr txBox="1">
              <a:spLocks noChangeArrowheads="1"/>
            </p:cNvSpPr>
            <p:nvPr/>
          </p:nvSpPr>
          <p:spPr bwMode="gray">
            <a:xfrm>
              <a:off x="2100768" y="4353997"/>
              <a:ext cx="3042661" cy="450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05747" tIns="105747" rIns="70499" bIns="105747">
              <a:spAutoFit/>
            </a:bodyPr>
            <a:lstStyle>
              <a:lvl1pPr marL="200025" indent="-200025" defTabSz="957263" eaLnBrk="0" hangingPunct="0"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1pPr>
              <a:lvl2pPr marL="742950" indent="-285750" defTabSz="957263" eaLnBrk="0" hangingPunct="0"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2pPr>
              <a:lvl3pPr marL="1143000" indent="-228600" defTabSz="957263" eaLnBrk="0" hangingPunct="0"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3pPr>
              <a:lvl4pPr marL="1600200" indent="-228600" defTabSz="957263" eaLnBrk="0" hangingPunct="0"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4pPr>
              <a:lvl5pPr marL="2057400" indent="-228600" defTabSz="957263" eaLnBrk="0" hangingPunct="0"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5pPr>
              <a:lvl6pPr marL="2514600" indent="-228600" defTabSz="957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6pPr>
              <a:lvl7pPr marL="2971800" indent="-228600" defTabSz="957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7pPr>
              <a:lvl8pPr marL="3429000" indent="-228600" defTabSz="957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8pPr>
              <a:lvl9pPr marL="3886200" indent="-228600" defTabSz="957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9pPr>
            </a:lstStyle>
            <a:p>
              <a:pPr algn="ctr" fontAlgn="base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kumimoji="0" lang="ko-KR" altLang="en-US" sz="1175" b="1" baseline="0" dirty="0">
                  <a:solidFill>
                    <a:srgbClr val="000000"/>
                  </a:solidFill>
                  <a:latin typeface="+mn-ea"/>
                  <a:ea typeface="+mn-ea"/>
                </a:rPr>
                <a:t>규격서</a:t>
              </a:r>
              <a:r>
                <a:rPr kumimoji="0" lang="en-US" altLang="ko-KR" sz="1175" b="1" baseline="0" dirty="0">
                  <a:solidFill>
                    <a:srgbClr val="000000"/>
                  </a:solidFill>
                  <a:latin typeface="+mn-ea"/>
                  <a:ea typeface="+mn-ea"/>
                </a:rPr>
                <a:t>/</a:t>
              </a:r>
              <a:r>
                <a:rPr kumimoji="0" lang="ko-KR" altLang="en-US" sz="1175" b="1" baseline="0" dirty="0">
                  <a:solidFill>
                    <a:srgbClr val="000000"/>
                  </a:solidFill>
                  <a:latin typeface="+mn-ea"/>
                  <a:ea typeface="+mn-ea"/>
                </a:rPr>
                <a:t>절차서 재사용 체계</a:t>
              </a:r>
            </a:p>
          </p:txBody>
        </p:sp>
        <p:grpSp>
          <p:nvGrpSpPr>
            <p:cNvPr id="16455" name="Group 125"/>
            <p:cNvGrpSpPr>
              <a:grpSpLocks/>
            </p:cNvGrpSpPr>
            <p:nvPr/>
          </p:nvGrpSpPr>
          <p:grpSpPr bwMode="auto">
            <a:xfrm>
              <a:off x="1281647" y="4902295"/>
              <a:ext cx="4807889" cy="1908763"/>
              <a:chOff x="342" y="2756"/>
              <a:chExt cx="2806" cy="1114"/>
            </a:xfrm>
          </p:grpSpPr>
          <p:sp>
            <p:nvSpPr>
              <p:cNvPr id="16457" name="AutoShape 126"/>
              <p:cNvSpPr>
                <a:spLocks noChangeArrowheads="1"/>
              </p:cNvSpPr>
              <p:nvPr/>
            </p:nvSpPr>
            <p:spPr bwMode="auto">
              <a:xfrm>
                <a:off x="710" y="2790"/>
                <a:ext cx="425" cy="165"/>
              </a:xfrm>
              <a:prstGeom prst="roundRect">
                <a:avLst>
                  <a:gd name="adj" fmla="val 11690"/>
                </a:avLst>
              </a:pr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816" b="1" dirty="0">
                    <a:solidFill>
                      <a:srgbClr val="EAEAEA"/>
                    </a:solidFill>
                    <a:latin typeface="+mn-ea"/>
                  </a:rPr>
                  <a:t>COMMON DB</a:t>
                </a:r>
              </a:p>
            </p:txBody>
          </p:sp>
          <p:sp>
            <p:nvSpPr>
              <p:cNvPr id="16458" name="AutoShape 127"/>
              <p:cNvSpPr>
                <a:spLocks noChangeArrowheads="1"/>
              </p:cNvSpPr>
              <p:nvPr/>
            </p:nvSpPr>
            <p:spPr bwMode="auto">
              <a:xfrm>
                <a:off x="711" y="3039"/>
                <a:ext cx="425" cy="163"/>
              </a:xfrm>
              <a:prstGeom prst="roundRect">
                <a:avLst>
                  <a:gd name="adj" fmla="val 11690"/>
                </a:avLst>
              </a:pr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816" b="1" dirty="0">
                    <a:solidFill>
                      <a:srgbClr val="EAEAEA"/>
                    </a:solidFill>
                    <a:latin typeface="+mn-ea"/>
                  </a:rPr>
                  <a:t>PROJECT DB</a:t>
                </a:r>
              </a:p>
            </p:txBody>
          </p:sp>
          <p:sp>
            <p:nvSpPr>
              <p:cNvPr id="16459" name="AutoShape 128"/>
              <p:cNvSpPr>
                <a:spLocks noChangeArrowheads="1"/>
              </p:cNvSpPr>
              <p:nvPr/>
            </p:nvSpPr>
            <p:spPr bwMode="auto">
              <a:xfrm>
                <a:off x="1045" y="3233"/>
                <a:ext cx="287" cy="164"/>
              </a:xfrm>
              <a:prstGeom prst="roundRect">
                <a:avLst>
                  <a:gd name="adj" fmla="val 11690"/>
                </a:avLst>
              </a:pr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816" b="1" dirty="0">
                    <a:solidFill>
                      <a:srgbClr val="EAEAEA"/>
                    </a:solidFill>
                    <a:latin typeface="+mn-ea"/>
                  </a:rPr>
                  <a:t>과제 </a:t>
                </a:r>
                <a:r>
                  <a:rPr kumimoji="1" lang="en-US" altLang="ko-KR" sz="816" b="1" dirty="0">
                    <a:solidFill>
                      <a:srgbClr val="EAEAEA"/>
                    </a:solidFill>
                    <a:latin typeface="+mn-ea"/>
                  </a:rPr>
                  <a:t>A</a:t>
                </a:r>
              </a:p>
            </p:txBody>
          </p:sp>
          <p:sp>
            <p:nvSpPr>
              <p:cNvPr id="16460" name="AutoShape 129"/>
              <p:cNvSpPr>
                <a:spLocks noChangeArrowheads="1"/>
              </p:cNvSpPr>
              <p:nvPr/>
            </p:nvSpPr>
            <p:spPr bwMode="auto">
              <a:xfrm>
                <a:off x="1050" y="3615"/>
                <a:ext cx="290" cy="164"/>
              </a:xfrm>
              <a:prstGeom prst="roundRect">
                <a:avLst>
                  <a:gd name="adj" fmla="val 11690"/>
                </a:avLst>
              </a:pr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816" b="1" dirty="0">
                    <a:solidFill>
                      <a:srgbClr val="EAEAEA"/>
                    </a:solidFill>
                    <a:latin typeface="+mn-ea"/>
                  </a:rPr>
                  <a:t>과제 </a:t>
                </a:r>
                <a:r>
                  <a:rPr kumimoji="1" lang="en-US" altLang="ko-KR" sz="816" b="1" dirty="0">
                    <a:solidFill>
                      <a:srgbClr val="EAEAEA"/>
                    </a:solidFill>
                    <a:latin typeface="+mn-ea"/>
                  </a:rPr>
                  <a:t>B</a:t>
                </a:r>
              </a:p>
            </p:txBody>
          </p:sp>
          <p:cxnSp>
            <p:nvCxnSpPr>
              <p:cNvPr id="16461" name="AutoShape 130"/>
              <p:cNvCxnSpPr>
                <a:cxnSpLocks noChangeShapeType="1"/>
                <a:stCxn id="16458" idx="2"/>
                <a:endCxn id="16460" idx="1"/>
              </p:cNvCxnSpPr>
              <p:nvPr/>
            </p:nvCxnSpPr>
            <p:spPr bwMode="auto">
              <a:xfrm rot="16200000" flipH="1">
                <a:off x="739" y="3387"/>
                <a:ext cx="495" cy="126"/>
              </a:xfrm>
              <a:prstGeom prst="bentConnector2">
                <a:avLst/>
              </a:prstGeom>
              <a:noFill/>
              <a:ln w="9525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62" name="AutoShape 131"/>
              <p:cNvSpPr>
                <a:spLocks noChangeArrowheads="1"/>
              </p:cNvSpPr>
              <p:nvPr/>
            </p:nvSpPr>
            <p:spPr bwMode="auto">
              <a:xfrm>
                <a:off x="1413" y="2808"/>
                <a:ext cx="444" cy="181"/>
              </a:xfrm>
              <a:prstGeom prst="roundRect">
                <a:avLst>
                  <a:gd name="adj" fmla="val 11690"/>
                </a:avLst>
              </a:prstGeom>
              <a:solidFill>
                <a:schemeClr val="bg1">
                  <a:lumMod val="85000"/>
                  <a:alpha val="50195"/>
                </a:schemeClr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표준</a:t>
                </a:r>
              </a:p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마케팅 문서</a:t>
                </a:r>
              </a:p>
            </p:txBody>
          </p:sp>
          <p:sp>
            <p:nvSpPr>
              <p:cNvPr id="16463" name="Line 132"/>
              <p:cNvSpPr>
                <a:spLocks noChangeShapeType="1"/>
              </p:cNvSpPr>
              <p:nvPr/>
            </p:nvSpPr>
            <p:spPr bwMode="auto">
              <a:xfrm flipH="1">
                <a:off x="1854" y="2906"/>
                <a:ext cx="87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64" name="AutoShape 133"/>
              <p:cNvSpPr>
                <a:spLocks noChangeArrowheads="1"/>
              </p:cNvSpPr>
              <p:nvPr/>
            </p:nvSpPr>
            <p:spPr bwMode="auto">
              <a:xfrm>
                <a:off x="1967" y="2821"/>
                <a:ext cx="444" cy="181"/>
              </a:xfrm>
              <a:prstGeom prst="roundRect">
                <a:avLst>
                  <a:gd name="adj" fmla="val 11690"/>
                </a:avLst>
              </a:prstGeom>
              <a:solidFill>
                <a:schemeClr val="bg1">
                  <a:lumMod val="85000"/>
                  <a:alpha val="50195"/>
                </a:schemeClr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표준</a:t>
                </a:r>
              </a:p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규격서</a:t>
                </a:r>
              </a:p>
            </p:txBody>
          </p:sp>
          <p:sp>
            <p:nvSpPr>
              <p:cNvPr id="16465" name="Line 134"/>
              <p:cNvSpPr>
                <a:spLocks noChangeShapeType="1"/>
              </p:cNvSpPr>
              <p:nvPr/>
            </p:nvSpPr>
            <p:spPr bwMode="auto">
              <a:xfrm flipH="1">
                <a:off x="2411" y="2917"/>
                <a:ext cx="87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66" name="AutoShape 135"/>
              <p:cNvSpPr>
                <a:spLocks noChangeArrowheads="1"/>
              </p:cNvSpPr>
              <p:nvPr/>
            </p:nvSpPr>
            <p:spPr bwMode="auto">
              <a:xfrm>
                <a:off x="2506" y="2821"/>
                <a:ext cx="444" cy="181"/>
              </a:xfrm>
              <a:prstGeom prst="roundRect">
                <a:avLst>
                  <a:gd name="adj" fmla="val 11690"/>
                </a:avLst>
              </a:prstGeom>
              <a:solidFill>
                <a:schemeClr val="bg1">
                  <a:lumMod val="85000"/>
                  <a:alpha val="50195"/>
                </a:schemeClr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표준</a:t>
                </a:r>
              </a:p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절차서</a:t>
                </a:r>
              </a:p>
            </p:txBody>
          </p:sp>
          <p:sp>
            <p:nvSpPr>
              <p:cNvPr id="16467" name="AutoShape 136"/>
              <p:cNvSpPr>
                <a:spLocks noChangeArrowheads="1"/>
              </p:cNvSpPr>
              <p:nvPr/>
            </p:nvSpPr>
            <p:spPr bwMode="auto">
              <a:xfrm>
                <a:off x="1419" y="3204"/>
                <a:ext cx="444" cy="181"/>
              </a:xfrm>
              <a:prstGeom prst="roundRect">
                <a:avLst>
                  <a:gd name="adj" fmla="val 11690"/>
                </a:avLst>
              </a:prstGeom>
              <a:solidFill>
                <a:schemeClr val="bg1">
                  <a:lumMod val="85000"/>
                  <a:alpha val="50195"/>
                </a:schemeClr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프로젝트 </a:t>
                </a:r>
                <a:r>
                  <a:rPr kumimoji="1" lang="en-US" altLang="ko-KR" sz="783" b="1" dirty="0">
                    <a:solidFill>
                      <a:srgbClr val="000000"/>
                    </a:solidFill>
                    <a:latin typeface="+mn-ea"/>
                  </a:rPr>
                  <a:t>A</a:t>
                </a:r>
              </a:p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마케팅 문서</a:t>
                </a:r>
              </a:p>
            </p:txBody>
          </p:sp>
          <p:sp>
            <p:nvSpPr>
              <p:cNvPr id="16468" name="Line 137"/>
              <p:cNvSpPr>
                <a:spLocks noChangeShapeType="1"/>
              </p:cNvSpPr>
              <p:nvPr/>
            </p:nvSpPr>
            <p:spPr bwMode="auto">
              <a:xfrm flipH="1">
                <a:off x="1854" y="3300"/>
                <a:ext cx="87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69" name="AutoShape 138"/>
              <p:cNvSpPr>
                <a:spLocks noChangeArrowheads="1"/>
              </p:cNvSpPr>
              <p:nvPr/>
            </p:nvSpPr>
            <p:spPr bwMode="auto">
              <a:xfrm>
                <a:off x="1967" y="3215"/>
                <a:ext cx="444" cy="181"/>
              </a:xfrm>
              <a:prstGeom prst="roundRect">
                <a:avLst>
                  <a:gd name="adj" fmla="val 11690"/>
                </a:avLst>
              </a:prstGeom>
              <a:solidFill>
                <a:schemeClr val="bg1">
                  <a:lumMod val="85000"/>
                  <a:alpha val="50195"/>
                </a:schemeClr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프로젝트 </a:t>
                </a:r>
                <a:r>
                  <a:rPr kumimoji="1" lang="en-US" altLang="ko-KR" sz="783" b="1" dirty="0">
                    <a:solidFill>
                      <a:srgbClr val="000000"/>
                    </a:solidFill>
                    <a:latin typeface="+mn-ea"/>
                  </a:rPr>
                  <a:t>A</a:t>
                </a:r>
                <a:endParaRPr kumimoji="1" lang="ko-KR" altLang="en-US" sz="783" b="1" dirty="0">
                  <a:solidFill>
                    <a:srgbClr val="000000"/>
                  </a:solidFill>
                  <a:latin typeface="+mn-ea"/>
                </a:endParaRPr>
              </a:p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규격서</a:t>
                </a:r>
              </a:p>
            </p:txBody>
          </p:sp>
          <p:sp>
            <p:nvSpPr>
              <p:cNvPr id="16470" name="Line 139"/>
              <p:cNvSpPr>
                <a:spLocks noChangeShapeType="1"/>
              </p:cNvSpPr>
              <p:nvPr/>
            </p:nvSpPr>
            <p:spPr bwMode="auto">
              <a:xfrm flipH="1">
                <a:off x="2411" y="3311"/>
                <a:ext cx="87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71" name="AutoShape 140"/>
              <p:cNvSpPr>
                <a:spLocks noChangeArrowheads="1"/>
              </p:cNvSpPr>
              <p:nvPr/>
            </p:nvSpPr>
            <p:spPr bwMode="auto">
              <a:xfrm>
                <a:off x="2506" y="3215"/>
                <a:ext cx="444" cy="181"/>
              </a:xfrm>
              <a:prstGeom prst="roundRect">
                <a:avLst>
                  <a:gd name="adj" fmla="val 11690"/>
                </a:avLst>
              </a:prstGeom>
              <a:solidFill>
                <a:schemeClr val="bg1">
                  <a:lumMod val="85000"/>
                  <a:alpha val="50195"/>
                </a:schemeClr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프로젝트 </a:t>
                </a:r>
                <a:r>
                  <a:rPr kumimoji="1" lang="en-US" altLang="ko-KR" sz="783" b="1" dirty="0">
                    <a:solidFill>
                      <a:srgbClr val="000000"/>
                    </a:solidFill>
                    <a:latin typeface="+mn-ea"/>
                  </a:rPr>
                  <a:t>A</a:t>
                </a:r>
                <a:endParaRPr kumimoji="1" lang="ko-KR" altLang="en-US" sz="783" b="1" dirty="0">
                  <a:solidFill>
                    <a:srgbClr val="000000"/>
                  </a:solidFill>
                  <a:latin typeface="+mn-ea"/>
                </a:endParaRPr>
              </a:p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절차서</a:t>
                </a:r>
              </a:p>
            </p:txBody>
          </p:sp>
          <p:sp>
            <p:nvSpPr>
              <p:cNvPr id="16472" name="Line 141"/>
              <p:cNvSpPr>
                <a:spLocks noChangeShapeType="1"/>
              </p:cNvSpPr>
              <p:nvPr/>
            </p:nvSpPr>
            <p:spPr bwMode="auto">
              <a:xfrm flipV="1">
                <a:off x="1646" y="2982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73" name="Line 142"/>
              <p:cNvSpPr>
                <a:spLocks noChangeShapeType="1"/>
              </p:cNvSpPr>
              <p:nvPr/>
            </p:nvSpPr>
            <p:spPr bwMode="auto">
              <a:xfrm flipV="1">
                <a:off x="2213" y="2991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74" name="Line 143"/>
              <p:cNvSpPr>
                <a:spLocks noChangeShapeType="1"/>
              </p:cNvSpPr>
              <p:nvPr/>
            </p:nvSpPr>
            <p:spPr bwMode="auto">
              <a:xfrm flipV="1">
                <a:off x="2723" y="2991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75" name="AutoShape 144"/>
              <p:cNvSpPr>
                <a:spLocks noChangeArrowheads="1"/>
              </p:cNvSpPr>
              <p:nvPr/>
            </p:nvSpPr>
            <p:spPr bwMode="auto">
              <a:xfrm>
                <a:off x="1419" y="3608"/>
                <a:ext cx="444" cy="181"/>
              </a:xfrm>
              <a:prstGeom prst="roundRect">
                <a:avLst>
                  <a:gd name="adj" fmla="val 11690"/>
                </a:avLst>
              </a:prstGeom>
              <a:solidFill>
                <a:schemeClr val="bg1">
                  <a:lumMod val="85000"/>
                  <a:alpha val="50195"/>
                </a:schemeClr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프로젝트 </a:t>
                </a:r>
                <a:r>
                  <a:rPr kumimoji="1" lang="en-US" altLang="ko-KR" sz="783" b="1" dirty="0">
                    <a:solidFill>
                      <a:srgbClr val="000000"/>
                    </a:solidFill>
                    <a:latin typeface="+mn-ea"/>
                  </a:rPr>
                  <a:t>B</a:t>
                </a:r>
              </a:p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마케팅 문서</a:t>
                </a:r>
              </a:p>
            </p:txBody>
          </p:sp>
          <p:sp>
            <p:nvSpPr>
              <p:cNvPr id="16476" name="Line 145"/>
              <p:cNvSpPr>
                <a:spLocks noChangeShapeType="1"/>
              </p:cNvSpPr>
              <p:nvPr/>
            </p:nvSpPr>
            <p:spPr bwMode="auto">
              <a:xfrm flipH="1">
                <a:off x="1854" y="3704"/>
                <a:ext cx="87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77" name="AutoShape 146"/>
              <p:cNvSpPr>
                <a:spLocks noChangeArrowheads="1"/>
              </p:cNvSpPr>
              <p:nvPr/>
            </p:nvSpPr>
            <p:spPr bwMode="auto">
              <a:xfrm>
                <a:off x="1967" y="3619"/>
                <a:ext cx="444" cy="181"/>
              </a:xfrm>
              <a:prstGeom prst="roundRect">
                <a:avLst>
                  <a:gd name="adj" fmla="val 11690"/>
                </a:avLst>
              </a:prstGeom>
              <a:solidFill>
                <a:schemeClr val="bg1">
                  <a:lumMod val="85000"/>
                  <a:alpha val="50195"/>
                </a:schemeClr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프로젝트 </a:t>
                </a:r>
                <a:r>
                  <a:rPr kumimoji="1" lang="en-US" altLang="ko-KR" sz="783" b="1" dirty="0">
                    <a:solidFill>
                      <a:srgbClr val="000000"/>
                    </a:solidFill>
                    <a:latin typeface="+mn-ea"/>
                  </a:rPr>
                  <a:t>B</a:t>
                </a:r>
                <a:endParaRPr kumimoji="1" lang="ko-KR" altLang="en-US" sz="783" b="1" dirty="0">
                  <a:solidFill>
                    <a:srgbClr val="000000"/>
                  </a:solidFill>
                  <a:latin typeface="+mn-ea"/>
                </a:endParaRPr>
              </a:p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규격서</a:t>
                </a:r>
              </a:p>
            </p:txBody>
          </p:sp>
          <p:sp>
            <p:nvSpPr>
              <p:cNvPr id="16478" name="Line 147"/>
              <p:cNvSpPr>
                <a:spLocks noChangeShapeType="1"/>
              </p:cNvSpPr>
              <p:nvPr/>
            </p:nvSpPr>
            <p:spPr bwMode="auto">
              <a:xfrm flipH="1">
                <a:off x="2411" y="3715"/>
                <a:ext cx="87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79" name="AutoShape 148"/>
              <p:cNvSpPr>
                <a:spLocks noChangeArrowheads="1"/>
              </p:cNvSpPr>
              <p:nvPr/>
            </p:nvSpPr>
            <p:spPr bwMode="auto">
              <a:xfrm>
                <a:off x="2506" y="3619"/>
                <a:ext cx="444" cy="181"/>
              </a:xfrm>
              <a:prstGeom prst="roundRect">
                <a:avLst>
                  <a:gd name="adj" fmla="val 11690"/>
                </a:avLst>
              </a:prstGeom>
              <a:solidFill>
                <a:schemeClr val="bg1">
                  <a:lumMod val="85000"/>
                  <a:alpha val="50195"/>
                </a:schemeClr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52874" tIns="35249" rIns="52874" bIns="35249" anchor="ctr"/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프로젝트 </a:t>
                </a:r>
                <a:r>
                  <a:rPr kumimoji="1" lang="en-US" altLang="ko-KR" sz="783" b="1" dirty="0">
                    <a:solidFill>
                      <a:srgbClr val="000000"/>
                    </a:solidFill>
                    <a:latin typeface="+mn-ea"/>
                  </a:rPr>
                  <a:t>B</a:t>
                </a:r>
                <a:endParaRPr kumimoji="1" lang="ko-KR" altLang="en-US" sz="783" b="1" dirty="0">
                  <a:solidFill>
                    <a:srgbClr val="000000"/>
                  </a:solidFill>
                  <a:latin typeface="+mn-ea"/>
                </a:endParaRPr>
              </a:p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83" b="1" dirty="0">
                    <a:solidFill>
                      <a:srgbClr val="000000"/>
                    </a:solidFill>
                    <a:latin typeface="+mn-ea"/>
                  </a:rPr>
                  <a:t>절차서</a:t>
                </a:r>
              </a:p>
            </p:txBody>
          </p:sp>
          <p:sp>
            <p:nvSpPr>
              <p:cNvPr id="16480" name="Line 149"/>
              <p:cNvSpPr>
                <a:spLocks noChangeShapeType="1"/>
              </p:cNvSpPr>
              <p:nvPr/>
            </p:nvSpPr>
            <p:spPr bwMode="auto">
              <a:xfrm flipV="1">
                <a:off x="1646" y="3388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81" name="Line 150"/>
              <p:cNvSpPr>
                <a:spLocks noChangeShapeType="1"/>
              </p:cNvSpPr>
              <p:nvPr/>
            </p:nvSpPr>
            <p:spPr bwMode="auto">
              <a:xfrm flipV="1">
                <a:off x="2213" y="3395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82" name="Line 151"/>
              <p:cNvSpPr>
                <a:spLocks noChangeShapeType="1"/>
              </p:cNvSpPr>
              <p:nvPr/>
            </p:nvSpPr>
            <p:spPr bwMode="auto">
              <a:xfrm flipV="1">
                <a:off x="2723" y="3395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cxnSp>
            <p:nvCxnSpPr>
              <p:cNvPr id="16483" name="AutoShape 152"/>
              <p:cNvCxnSpPr>
                <a:cxnSpLocks noChangeShapeType="1"/>
                <a:stCxn id="16458" idx="2"/>
                <a:endCxn id="16459" idx="1"/>
              </p:cNvCxnSpPr>
              <p:nvPr/>
            </p:nvCxnSpPr>
            <p:spPr bwMode="auto">
              <a:xfrm rot="16200000" flipH="1">
                <a:off x="928" y="3198"/>
                <a:ext cx="113" cy="121"/>
              </a:xfrm>
              <a:prstGeom prst="bentConnector2">
                <a:avLst/>
              </a:prstGeom>
              <a:noFill/>
              <a:ln w="9525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84" name="Freeform 153"/>
              <p:cNvSpPr>
                <a:spLocks/>
              </p:cNvSpPr>
              <p:nvPr/>
            </p:nvSpPr>
            <p:spPr bwMode="auto">
              <a:xfrm rot="-7068653" flipH="1" flipV="1">
                <a:off x="422" y="2873"/>
                <a:ext cx="322" cy="425"/>
              </a:xfrm>
              <a:custGeom>
                <a:avLst/>
                <a:gdLst>
                  <a:gd name="T0" fmla="*/ 0 w 1808"/>
                  <a:gd name="T1" fmla="*/ 0 h 993"/>
                  <a:gd name="T2" fmla="*/ 0 w 1808"/>
                  <a:gd name="T3" fmla="*/ 0 h 993"/>
                  <a:gd name="T4" fmla="*/ 0 w 1808"/>
                  <a:gd name="T5" fmla="*/ 0 h 993"/>
                  <a:gd name="T6" fmla="*/ 0 w 1808"/>
                  <a:gd name="T7" fmla="*/ 0 h 993"/>
                  <a:gd name="T8" fmla="*/ 0 w 1808"/>
                  <a:gd name="T9" fmla="*/ 0 h 993"/>
                  <a:gd name="T10" fmla="*/ 0 w 1808"/>
                  <a:gd name="T11" fmla="*/ 0 h 993"/>
                  <a:gd name="T12" fmla="*/ 0 w 1808"/>
                  <a:gd name="T13" fmla="*/ 0 h 993"/>
                  <a:gd name="T14" fmla="*/ 0 w 1808"/>
                  <a:gd name="T15" fmla="*/ 0 h 993"/>
                  <a:gd name="T16" fmla="*/ 0 w 1808"/>
                  <a:gd name="T17" fmla="*/ 0 h 993"/>
                  <a:gd name="T18" fmla="*/ 0 w 1808"/>
                  <a:gd name="T19" fmla="*/ 0 h 993"/>
                  <a:gd name="T20" fmla="*/ 0 w 1808"/>
                  <a:gd name="T21" fmla="*/ 0 h 993"/>
                  <a:gd name="T22" fmla="*/ 0 w 1808"/>
                  <a:gd name="T23" fmla="*/ 0 h 993"/>
                  <a:gd name="T24" fmla="*/ 0 w 1808"/>
                  <a:gd name="T25" fmla="*/ 0 h 993"/>
                  <a:gd name="T26" fmla="*/ 0 w 1808"/>
                  <a:gd name="T27" fmla="*/ 0 h 993"/>
                  <a:gd name="T28" fmla="*/ 0 w 1808"/>
                  <a:gd name="T29" fmla="*/ 0 h 993"/>
                  <a:gd name="T30" fmla="*/ 0 w 1808"/>
                  <a:gd name="T31" fmla="*/ 0 h 993"/>
                  <a:gd name="T32" fmla="*/ 0 w 1808"/>
                  <a:gd name="T33" fmla="*/ 0 h 993"/>
                  <a:gd name="T34" fmla="*/ 0 w 1808"/>
                  <a:gd name="T35" fmla="*/ 0 h 993"/>
                  <a:gd name="T36" fmla="*/ 0 w 1808"/>
                  <a:gd name="T37" fmla="*/ 0 h 993"/>
                  <a:gd name="T38" fmla="*/ 0 w 1808"/>
                  <a:gd name="T39" fmla="*/ 0 h 993"/>
                  <a:gd name="T40" fmla="*/ 0 w 1808"/>
                  <a:gd name="T41" fmla="*/ 0 h 993"/>
                  <a:gd name="T42" fmla="*/ 0 w 1808"/>
                  <a:gd name="T43" fmla="*/ 0 h 993"/>
                  <a:gd name="T44" fmla="*/ 0 w 1808"/>
                  <a:gd name="T45" fmla="*/ 0 h 993"/>
                  <a:gd name="T46" fmla="*/ 0 w 1808"/>
                  <a:gd name="T47" fmla="*/ 0 h 993"/>
                  <a:gd name="T48" fmla="*/ 0 w 1808"/>
                  <a:gd name="T49" fmla="*/ 0 h 993"/>
                  <a:gd name="T50" fmla="*/ 0 w 1808"/>
                  <a:gd name="T51" fmla="*/ 0 h 993"/>
                  <a:gd name="T52" fmla="*/ 0 w 1808"/>
                  <a:gd name="T53" fmla="*/ 0 h 993"/>
                  <a:gd name="T54" fmla="*/ 0 w 1808"/>
                  <a:gd name="T55" fmla="*/ 0 h 993"/>
                  <a:gd name="T56" fmla="*/ 0 w 1808"/>
                  <a:gd name="T57" fmla="*/ 0 h 993"/>
                  <a:gd name="T58" fmla="*/ 0 w 1808"/>
                  <a:gd name="T59" fmla="*/ 0 h 993"/>
                  <a:gd name="T60" fmla="*/ 0 w 1808"/>
                  <a:gd name="T61" fmla="*/ 0 h 993"/>
                  <a:gd name="T62" fmla="*/ 0 w 1808"/>
                  <a:gd name="T63" fmla="*/ 0 h 993"/>
                  <a:gd name="T64" fmla="*/ 0 w 1808"/>
                  <a:gd name="T65" fmla="*/ 0 h 993"/>
                  <a:gd name="T66" fmla="*/ 0 w 1808"/>
                  <a:gd name="T67" fmla="*/ 0 h 993"/>
                  <a:gd name="T68" fmla="*/ 0 w 1808"/>
                  <a:gd name="T69" fmla="*/ 0 h 993"/>
                  <a:gd name="T70" fmla="*/ 0 w 1808"/>
                  <a:gd name="T71" fmla="*/ 0 h 993"/>
                  <a:gd name="T72" fmla="*/ 0 w 1808"/>
                  <a:gd name="T73" fmla="*/ 0 h 993"/>
                  <a:gd name="T74" fmla="*/ 0 w 1808"/>
                  <a:gd name="T75" fmla="*/ 0 h 993"/>
                  <a:gd name="T76" fmla="*/ 0 w 1808"/>
                  <a:gd name="T77" fmla="*/ 0 h 993"/>
                  <a:gd name="T78" fmla="*/ 0 w 1808"/>
                  <a:gd name="T79" fmla="*/ 0 h 993"/>
                  <a:gd name="T80" fmla="*/ 0 w 1808"/>
                  <a:gd name="T81" fmla="*/ 0 h 993"/>
                  <a:gd name="T82" fmla="*/ 0 w 1808"/>
                  <a:gd name="T83" fmla="*/ 0 h 993"/>
                  <a:gd name="T84" fmla="*/ 0 w 1808"/>
                  <a:gd name="T85" fmla="*/ 0 h 993"/>
                  <a:gd name="T86" fmla="*/ 0 w 1808"/>
                  <a:gd name="T87" fmla="*/ 0 h 993"/>
                  <a:gd name="T88" fmla="*/ 0 w 1808"/>
                  <a:gd name="T89" fmla="*/ 0 h 993"/>
                  <a:gd name="T90" fmla="*/ 0 w 1808"/>
                  <a:gd name="T91" fmla="*/ 0 h 993"/>
                  <a:gd name="T92" fmla="*/ 0 w 1808"/>
                  <a:gd name="T93" fmla="*/ 0 h 993"/>
                  <a:gd name="T94" fmla="*/ 0 w 1808"/>
                  <a:gd name="T95" fmla="*/ 0 h 993"/>
                  <a:gd name="T96" fmla="*/ 0 w 1808"/>
                  <a:gd name="T97" fmla="*/ 0 h 993"/>
                  <a:gd name="T98" fmla="*/ 0 w 1808"/>
                  <a:gd name="T99" fmla="*/ 0 h 993"/>
                  <a:gd name="T100" fmla="*/ 0 w 1808"/>
                  <a:gd name="T101" fmla="*/ 0 h 993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808"/>
                  <a:gd name="T154" fmla="*/ 0 h 993"/>
                  <a:gd name="T155" fmla="*/ 1808 w 1808"/>
                  <a:gd name="T156" fmla="*/ 993 h 993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808" h="993">
                    <a:moveTo>
                      <a:pt x="1370" y="752"/>
                    </a:moveTo>
                    <a:lnTo>
                      <a:pt x="1290" y="752"/>
                    </a:lnTo>
                    <a:lnTo>
                      <a:pt x="1209" y="751"/>
                    </a:lnTo>
                    <a:lnTo>
                      <a:pt x="1124" y="744"/>
                    </a:lnTo>
                    <a:lnTo>
                      <a:pt x="1040" y="733"/>
                    </a:lnTo>
                    <a:lnTo>
                      <a:pt x="951" y="716"/>
                    </a:lnTo>
                    <a:lnTo>
                      <a:pt x="865" y="698"/>
                    </a:lnTo>
                    <a:lnTo>
                      <a:pt x="778" y="673"/>
                    </a:lnTo>
                    <a:lnTo>
                      <a:pt x="694" y="645"/>
                    </a:lnTo>
                    <a:lnTo>
                      <a:pt x="610" y="612"/>
                    </a:lnTo>
                    <a:lnTo>
                      <a:pt x="529" y="575"/>
                    </a:lnTo>
                    <a:lnTo>
                      <a:pt x="453" y="534"/>
                    </a:lnTo>
                    <a:lnTo>
                      <a:pt x="379" y="491"/>
                    </a:lnTo>
                    <a:lnTo>
                      <a:pt x="309" y="441"/>
                    </a:lnTo>
                    <a:lnTo>
                      <a:pt x="245" y="389"/>
                    </a:lnTo>
                    <a:lnTo>
                      <a:pt x="187" y="333"/>
                    </a:lnTo>
                    <a:lnTo>
                      <a:pt x="137" y="272"/>
                    </a:lnTo>
                    <a:lnTo>
                      <a:pt x="92" y="209"/>
                    </a:lnTo>
                    <a:lnTo>
                      <a:pt x="59" y="143"/>
                    </a:lnTo>
                    <a:lnTo>
                      <a:pt x="32" y="71"/>
                    </a:lnTo>
                    <a:lnTo>
                      <a:pt x="16" y="0"/>
                    </a:lnTo>
                    <a:lnTo>
                      <a:pt x="6" y="22"/>
                    </a:lnTo>
                    <a:lnTo>
                      <a:pt x="0" y="107"/>
                    </a:lnTo>
                    <a:lnTo>
                      <a:pt x="6" y="166"/>
                    </a:lnTo>
                    <a:lnTo>
                      <a:pt x="10" y="182"/>
                    </a:lnTo>
                    <a:lnTo>
                      <a:pt x="25" y="253"/>
                    </a:lnTo>
                    <a:lnTo>
                      <a:pt x="52" y="323"/>
                    </a:lnTo>
                    <a:lnTo>
                      <a:pt x="85" y="390"/>
                    </a:lnTo>
                    <a:lnTo>
                      <a:pt x="129" y="454"/>
                    </a:lnTo>
                    <a:lnTo>
                      <a:pt x="180" y="512"/>
                    </a:lnTo>
                    <a:lnTo>
                      <a:pt x="236" y="569"/>
                    </a:lnTo>
                    <a:lnTo>
                      <a:pt x="299" y="621"/>
                    </a:lnTo>
                    <a:lnTo>
                      <a:pt x="367" y="669"/>
                    </a:lnTo>
                    <a:lnTo>
                      <a:pt x="440" y="712"/>
                    </a:lnTo>
                    <a:lnTo>
                      <a:pt x="517" y="753"/>
                    </a:lnTo>
                    <a:lnTo>
                      <a:pt x="595" y="790"/>
                    </a:lnTo>
                    <a:lnTo>
                      <a:pt x="678" y="822"/>
                    </a:lnTo>
                    <a:lnTo>
                      <a:pt x="761" y="850"/>
                    </a:lnTo>
                    <a:lnTo>
                      <a:pt x="848" y="874"/>
                    </a:lnTo>
                    <a:lnTo>
                      <a:pt x="935" y="894"/>
                    </a:lnTo>
                    <a:lnTo>
                      <a:pt x="1020" y="909"/>
                    </a:lnTo>
                    <a:lnTo>
                      <a:pt x="1104" y="922"/>
                    </a:lnTo>
                    <a:lnTo>
                      <a:pt x="1188" y="926"/>
                    </a:lnTo>
                    <a:lnTo>
                      <a:pt x="1269" y="928"/>
                    </a:lnTo>
                    <a:lnTo>
                      <a:pt x="1350" y="928"/>
                    </a:lnTo>
                    <a:lnTo>
                      <a:pt x="1338" y="993"/>
                    </a:lnTo>
                    <a:lnTo>
                      <a:pt x="1808" y="801"/>
                    </a:lnTo>
                    <a:lnTo>
                      <a:pt x="1322" y="677"/>
                    </a:lnTo>
                    <a:lnTo>
                      <a:pt x="1365" y="752"/>
                    </a:lnTo>
                    <a:lnTo>
                      <a:pt x="1370" y="75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0D9EC"/>
                  </a:gs>
                  <a:gs pos="100000">
                    <a:srgbClr val="00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85" name="Rectangle 154"/>
              <p:cNvSpPr>
                <a:spLocks noChangeArrowheads="1"/>
              </p:cNvSpPr>
              <p:nvPr/>
            </p:nvSpPr>
            <p:spPr bwMode="gray">
              <a:xfrm>
                <a:off x="654" y="2756"/>
                <a:ext cx="2494" cy="254"/>
              </a:xfrm>
              <a:prstGeom prst="rect">
                <a:avLst/>
              </a:prstGeom>
              <a:noFill/>
              <a:ln w="9525" algn="ctr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88123" tIns="45824" rIns="88123" bIns="45824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86" name="Rectangle 155"/>
              <p:cNvSpPr>
                <a:spLocks noChangeArrowheads="1"/>
              </p:cNvSpPr>
              <p:nvPr/>
            </p:nvSpPr>
            <p:spPr bwMode="gray">
              <a:xfrm>
                <a:off x="654" y="3039"/>
                <a:ext cx="2494" cy="794"/>
              </a:xfrm>
              <a:prstGeom prst="rect">
                <a:avLst/>
              </a:prstGeom>
              <a:noFill/>
              <a:ln w="9525" algn="ctr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88123" tIns="45824" rIns="88123" bIns="45824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87" name="AutoShape 156"/>
              <p:cNvSpPr>
                <a:spLocks noChangeArrowheads="1"/>
              </p:cNvSpPr>
              <p:nvPr/>
            </p:nvSpPr>
            <p:spPr bwMode="auto">
              <a:xfrm>
                <a:off x="342" y="3294"/>
                <a:ext cx="532" cy="576"/>
              </a:xfrm>
              <a:prstGeom prst="flowChartMagneticDisk">
                <a:avLst/>
              </a:prstGeom>
              <a:solidFill>
                <a:srgbClr val="C0C0C0">
                  <a:alpha val="59999"/>
                </a:srgbClr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567" b="1" dirty="0">
                  <a:solidFill>
                    <a:srgbClr val="000000"/>
                  </a:solidFill>
                  <a:latin typeface="+mn-ea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b="1" dirty="0">
                  <a:solidFill>
                    <a:srgbClr val="000000"/>
                  </a:solidFill>
                  <a:latin typeface="+mn-ea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b="1" dirty="0">
                  <a:solidFill>
                    <a:srgbClr val="000000"/>
                  </a:solidFill>
                  <a:latin typeface="+mn-ea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371" b="1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6488" name="Rectangle 157"/>
              <p:cNvSpPr>
                <a:spLocks noChangeArrowheads="1"/>
              </p:cNvSpPr>
              <p:nvPr/>
            </p:nvSpPr>
            <p:spPr bwMode="auto">
              <a:xfrm>
                <a:off x="372" y="3318"/>
                <a:ext cx="485" cy="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979" b="1" dirty="0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재사용 </a:t>
                </a:r>
                <a:r>
                  <a:rPr kumimoji="1" lang="en-US" altLang="ko-KR" sz="979" b="1" dirty="0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DB</a:t>
                </a:r>
              </a:p>
            </p:txBody>
          </p:sp>
          <p:grpSp>
            <p:nvGrpSpPr>
              <p:cNvPr id="16489" name="Group 158"/>
              <p:cNvGrpSpPr>
                <a:grpSpLocks/>
              </p:cNvGrpSpPr>
              <p:nvPr/>
            </p:nvGrpSpPr>
            <p:grpSpPr bwMode="auto">
              <a:xfrm>
                <a:off x="452" y="3500"/>
                <a:ext cx="378" cy="358"/>
                <a:chOff x="1392" y="2883"/>
                <a:chExt cx="840" cy="1358"/>
              </a:xfrm>
            </p:grpSpPr>
            <p:sp>
              <p:nvSpPr>
                <p:cNvPr id="16490" name="Rectangle 159"/>
                <p:cNvSpPr>
                  <a:spLocks noChangeArrowheads="1"/>
                </p:cNvSpPr>
                <p:nvPr/>
              </p:nvSpPr>
              <p:spPr bwMode="auto">
                <a:xfrm>
                  <a:off x="1440" y="2883"/>
                  <a:ext cx="264" cy="739"/>
                </a:xfrm>
                <a:prstGeom prst="rect">
                  <a:avLst/>
                </a:prstGeom>
                <a:solidFill>
                  <a:schemeClr val="accent4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491" name="Rectangle 160"/>
                <p:cNvSpPr>
                  <a:spLocks noChangeArrowheads="1"/>
                </p:cNvSpPr>
                <p:nvPr/>
              </p:nvSpPr>
              <p:spPr bwMode="auto">
                <a:xfrm>
                  <a:off x="1632" y="2979"/>
                  <a:ext cx="264" cy="740"/>
                </a:xfrm>
                <a:prstGeom prst="rect">
                  <a:avLst/>
                </a:prstGeom>
                <a:solidFill>
                  <a:schemeClr val="accent2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492" name="Rectangle 161"/>
                <p:cNvSpPr>
                  <a:spLocks noChangeArrowheads="1"/>
                </p:cNvSpPr>
                <p:nvPr/>
              </p:nvSpPr>
              <p:spPr bwMode="auto">
                <a:xfrm>
                  <a:off x="1440" y="3123"/>
                  <a:ext cx="264" cy="7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493" name="Rectangle 162"/>
                <p:cNvSpPr>
                  <a:spLocks noChangeArrowheads="1"/>
                </p:cNvSpPr>
                <p:nvPr/>
              </p:nvSpPr>
              <p:spPr bwMode="auto">
                <a:xfrm>
                  <a:off x="1776" y="3218"/>
                  <a:ext cx="264" cy="7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494" name="Rectangle 163"/>
                <p:cNvSpPr>
                  <a:spLocks noChangeArrowheads="1"/>
                </p:cNvSpPr>
                <p:nvPr/>
              </p:nvSpPr>
              <p:spPr bwMode="auto">
                <a:xfrm>
                  <a:off x="1824" y="2932"/>
                  <a:ext cx="264" cy="7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495" name="Rectangle 164"/>
                <p:cNvSpPr>
                  <a:spLocks noChangeArrowheads="1"/>
                </p:cNvSpPr>
                <p:nvPr/>
              </p:nvSpPr>
              <p:spPr bwMode="auto">
                <a:xfrm>
                  <a:off x="1968" y="3123"/>
                  <a:ext cx="264" cy="740"/>
                </a:xfrm>
                <a:prstGeom prst="rect">
                  <a:avLst/>
                </a:prstGeom>
                <a:solidFill>
                  <a:schemeClr val="accent4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496" name="Rectangle 165"/>
                <p:cNvSpPr>
                  <a:spLocks noChangeArrowheads="1"/>
                </p:cNvSpPr>
                <p:nvPr/>
              </p:nvSpPr>
              <p:spPr bwMode="auto">
                <a:xfrm>
                  <a:off x="1920" y="3319"/>
                  <a:ext cx="264" cy="7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497" name="Rectangle 166"/>
                <p:cNvSpPr>
                  <a:spLocks noChangeArrowheads="1"/>
                </p:cNvSpPr>
                <p:nvPr/>
              </p:nvSpPr>
              <p:spPr bwMode="auto">
                <a:xfrm>
                  <a:off x="1584" y="3319"/>
                  <a:ext cx="264" cy="7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498" name="Rectangle 167"/>
                <p:cNvSpPr>
                  <a:spLocks noChangeArrowheads="1"/>
                </p:cNvSpPr>
                <p:nvPr/>
              </p:nvSpPr>
              <p:spPr bwMode="auto">
                <a:xfrm>
                  <a:off x="1392" y="3362"/>
                  <a:ext cx="264" cy="740"/>
                </a:xfrm>
                <a:prstGeom prst="rect">
                  <a:avLst/>
                </a:prstGeom>
                <a:solidFill>
                  <a:schemeClr val="accent2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499" name="Rectangle 168"/>
                <p:cNvSpPr>
                  <a:spLocks noChangeArrowheads="1"/>
                </p:cNvSpPr>
                <p:nvPr/>
              </p:nvSpPr>
              <p:spPr bwMode="auto">
                <a:xfrm>
                  <a:off x="1632" y="3501"/>
                  <a:ext cx="264" cy="7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00" name="Rectangle 169"/>
                <p:cNvSpPr>
                  <a:spLocks noChangeArrowheads="1"/>
                </p:cNvSpPr>
                <p:nvPr/>
              </p:nvSpPr>
              <p:spPr bwMode="auto">
                <a:xfrm>
                  <a:off x="1824" y="3452"/>
                  <a:ext cx="264" cy="740"/>
                </a:xfrm>
                <a:prstGeom prst="rect">
                  <a:avLst/>
                </a:prstGeom>
                <a:solidFill>
                  <a:schemeClr val="accent2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01" name="Line 170"/>
                <p:cNvSpPr>
                  <a:spLocks noChangeShapeType="1"/>
                </p:cNvSpPr>
                <p:nvPr/>
              </p:nvSpPr>
              <p:spPr bwMode="auto">
                <a:xfrm flipH="1">
                  <a:off x="1488" y="3312"/>
                  <a:ext cx="16" cy="1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02" name="Line 171"/>
                <p:cNvSpPr>
                  <a:spLocks noChangeShapeType="1"/>
                </p:cNvSpPr>
                <p:nvPr/>
              </p:nvSpPr>
              <p:spPr bwMode="auto">
                <a:xfrm flipH="1">
                  <a:off x="1456" y="3544"/>
                  <a:ext cx="40" cy="1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03" name="Line 172"/>
                <p:cNvSpPr>
                  <a:spLocks noChangeShapeType="1"/>
                </p:cNvSpPr>
                <p:nvPr/>
              </p:nvSpPr>
              <p:spPr bwMode="auto">
                <a:xfrm>
                  <a:off x="1544" y="3504"/>
                  <a:ext cx="240" cy="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04" name="Line 173"/>
                <p:cNvSpPr>
                  <a:spLocks noChangeShapeType="1"/>
                </p:cNvSpPr>
                <p:nvPr/>
              </p:nvSpPr>
              <p:spPr bwMode="auto">
                <a:xfrm flipH="1">
                  <a:off x="1824" y="3360"/>
                  <a:ext cx="64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05" name="Line 174"/>
                <p:cNvSpPr>
                  <a:spLocks noChangeShapeType="1"/>
                </p:cNvSpPr>
                <p:nvPr/>
              </p:nvSpPr>
              <p:spPr bwMode="auto">
                <a:xfrm>
                  <a:off x="1696" y="3416"/>
                  <a:ext cx="104" cy="1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06" name="Line 175"/>
                <p:cNvSpPr>
                  <a:spLocks noChangeShapeType="1"/>
                </p:cNvSpPr>
                <p:nvPr/>
              </p:nvSpPr>
              <p:spPr bwMode="auto">
                <a:xfrm flipH="1">
                  <a:off x="1680" y="3656"/>
                  <a:ext cx="160" cy="18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07" name="Line 176"/>
                <p:cNvSpPr>
                  <a:spLocks noChangeShapeType="1"/>
                </p:cNvSpPr>
                <p:nvPr/>
              </p:nvSpPr>
              <p:spPr bwMode="auto">
                <a:xfrm flipH="1">
                  <a:off x="1616" y="3416"/>
                  <a:ext cx="80" cy="2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08" name="Line 177"/>
                <p:cNvSpPr>
                  <a:spLocks noChangeShapeType="1"/>
                </p:cNvSpPr>
                <p:nvPr/>
              </p:nvSpPr>
              <p:spPr bwMode="auto">
                <a:xfrm flipH="1">
                  <a:off x="1872" y="3520"/>
                  <a:ext cx="96" cy="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09" name="Line 178"/>
                <p:cNvSpPr>
                  <a:spLocks noChangeShapeType="1"/>
                </p:cNvSpPr>
                <p:nvPr/>
              </p:nvSpPr>
              <p:spPr bwMode="auto">
                <a:xfrm flipV="1">
                  <a:off x="1488" y="3688"/>
                  <a:ext cx="432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10" name="Line 179"/>
                <p:cNvSpPr>
                  <a:spLocks noChangeShapeType="1"/>
                </p:cNvSpPr>
                <p:nvPr/>
              </p:nvSpPr>
              <p:spPr bwMode="auto">
                <a:xfrm>
                  <a:off x="1520" y="3312"/>
                  <a:ext cx="144" cy="5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6511" name="Line 180"/>
                <p:cNvSpPr>
                  <a:spLocks noChangeShapeType="1"/>
                </p:cNvSpPr>
                <p:nvPr/>
              </p:nvSpPr>
              <p:spPr bwMode="auto">
                <a:xfrm flipH="1" flipV="1">
                  <a:off x="1672" y="3680"/>
                  <a:ext cx="216" cy="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137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</p:grpSp>
        </p:grpSp>
        <p:sp>
          <p:nvSpPr>
            <p:cNvPr id="16456" name="Oval 181"/>
            <p:cNvSpPr>
              <a:spLocks noChangeArrowheads="1"/>
            </p:cNvSpPr>
            <p:nvPr/>
          </p:nvSpPr>
          <p:spPr bwMode="gray">
            <a:xfrm>
              <a:off x="1183982" y="4895442"/>
              <a:ext cx="1943031" cy="1991007"/>
            </a:xfrm>
            <a:prstGeom prst="ellipse">
              <a:avLst/>
            </a:prstGeom>
            <a:noFill/>
            <a:ln w="28575" algn="ctr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8123" tIns="45824" rIns="88123" bIns="45824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371" dirty="0">
                <a:solidFill>
                  <a:srgbClr val="000000"/>
                </a:solidFill>
                <a:latin typeface="+mn-ea"/>
              </a:endParaRPr>
            </a:p>
          </p:txBody>
        </p:sp>
      </p:grp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C133308-F4F9-3322-B09A-3B516F788DAC}"/>
              </a:ext>
            </a:extLst>
          </p:cNvPr>
          <p:cNvCxnSpPr>
            <a:cxnSpLocks/>
          </p:cNvCxnSpPr>
          <p:nvPr/>
        </p:nvCxnSpPr>
        <p:spPr>
          <a:xfrm>
            <a:off x="7181248" y="1653360"/>
            <a:ext cx="0" cy="4456495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6F5486A-0A61-EB3A-691E-CA8DA62C01E6}"/>
              </a:ext>
            </a:extLst>
          </p:cNvPr>
          <p:cNvGrpSpPr/>
          <p:nvPr/>
        </p:nvGrpSpPr>
        <p:grpSpPr>
          <a:xfrm>
            <a:off x="7125859" y="1808020"/>
            <a:ext cx="3065540" cy="461665"/>
            <a:chOff x="5956788" y="3369119"/>
            <a:chExt cx="2919562" cy="326864"/>
          </a:xfrm>
        </p:grpSpPr>
        <p:sp>
          <p:nvSpPr>
            <p:cNvPr id="16585" name="타원 16584">
              <a:extLst>
                <a:ext uri="{FF2B5EF4-FFF2-40B4-BE49-F238E27FC236}">
                  <a16:creationId xmlns:a16="http://schemas.microsoft.com/office/drawing/2014/main" id="{63D3E42B-2AE3-5C49-D711-75E00779901E}"/>
                </a:ext>
              </a:extLst>
            </p:cNvPr>
            <p:cNvSpPr/>
            <p:nvPr/>
          </p:nvSpPr>
          <p:spPr>
            <a:xfrm>
              <a:off x="5956788" y="3440131"/>
              <a:ext cx="102857" cy="7646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6586" name="TextBox 16585">
              <a:extLst>
                <a:ext uri="{FF2B5EF4-FFF2-40B4-BE49-F238E27FC236}">
                  <a16:creationId xmlns:a16="http://schemas.microsoft.com/office/drawing/2014/main" id="{6279D4B5-8030-47C7-45C0-843D49099CE3}"/>
                </a:ext>
              </a:extLst>
            </p:cNvPr>
            <p:cNvSpPr txBox="1"/>
            <p:nvPr/>
          </p:nvSpPr>
          <p:spPr>
            <a:xfrm>
              <a:off x="6064788" y="3376814"/>
              <a:ext cx="511740" cy="196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accent6"/>
                  </a:solidFill>
                  <a:latin typeface="+mj-ea"/>
                  <a:ea typeface="+mj-ea"/>
                </a:rPr>
                <a:t>2015</a:t>
              </a:r>
              <a:endParaRPr lang="ko-KR" altLang="en-US" sz="12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16587" name="TextBox 16586">
              <a:extLst>
                <a:ext uri="{FF2B5EF4-FFF2-40B4-BE49-F238E27FC236}">
                  <a16:creationId xmlns:a16="http://schemas.microsoft.com/office/drawing/2014/main" id="{937E17E5-F7BC-9842-5363-F0DAA43B800D}"/>
                </a:ext>
              </a:extLst>
            </p:cNvPr>
            <p:cNvSpPr txBox="1"/>
            <p:nvPr/>
          </p:nvSpPr>
          <p:spPr>
            <a:xfrm>
              <a:off x="6582071" y="3369119"/>
              <a:ext cx="2294279" cy="326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1679" indent="-91679">
                <a:buFont typeface="Arial" panose="020B0604020202020204" pitchFamily="34" charset="0"/>
                <a:buChar char="•"/>
              </a:pPr>
              <a:r>
                <a:rPr lang="en-US" altLang="ko-KR" sz="1200" dirty="0"/>
                <a:t>SL Actuator </a:t>
              </a:r>
              <a:r>
                <a:rPr lang="ko-KR" altLang="en-US" sz="1200" dirty="0" err="1"/>
                <a:t>스펙정의</a:t>
              </a:r>
              <a:endParaRPr lang="ko-KR" altLang="en-US" sz="1200" dirty="0"/>
            </a:p>
            <a:p>
              <a:pPr marL="91679" indent="-91679">
                <a:buFont typeface="Arial" panose="020B0604020202020204" pitchFamily="34" charset="0"/>
                <a:buChar char="•"/>
              </a:pPr>
              <a:r>
                <a:rPr lang="ko-KR" altLang="en-US" sz="1200" dirty="0" err="1"/>
                <a:t>자부연</a:t>
              </a:r>
              <a:r>
                <a:rPr lang="ko-KR" altLang="en-US" sz="1200" dirty="0"/>
                <a:t> </a:t>
              </a:r>
              <a:r>
                <a:rPr lang="en-US" altLang="ko-KR" sz="1200" dirty="0"/>
                <a:t>FS </a:t>
              </a:r>
              <a:r>
                <a:rPr lang="ko-KR" altLang="en-US" sz="1200" dirty="0"/>
                <a:t>자문</a:t>
              </a:r>
              <a:r>
                <a:rPr lang="en-US" altLang="ko-KR" sz="1200" dirty="0"/>
                <a:t>(</a:t>
              </a:r>
              <a:r>
                <a:rPr lang="ko-KR" altLang="en-US" sz="1200" dirty="0"/>
                <a:t>안전요구사항</a:t>
              </a:r>
              <a:r>
                <a:rPr lang="en-US" altLang="ko-KR" sz="1200" dirty="0"/>
                <a:t>,</a:t>
              </a:r>
              <a:r>
                <a:rPr lang="ko-KR" altLang="en-US" sz="1200" dirty="0"/>
                <a:t>검증</a:t>
              </a:r>
              <a:r>
                <a:rPr lang="en-US" altLang="ko-KR" sz="1200" dirty="0"/>
                <a:t>)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10BF1DD-5A3B-C563-3214-04A137F8F27B}"/>
              </a:ext>
            </a:extLst>
          </p:cNvPr>
          <p:cNvGrpSpPr/>
          <p:nvPr/>
        </p:nvGrpSpPr>
        <p:grpSpPr>
          <a:xfrm>
            <a:off x="7125858" y="2523073"/>
            <a:ext cx="3153705" cy="472532"/>
            <a:chOff x="5956788" y="3759765"/>
            <a:chExt cx="3003529" cy="334558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EC50DE92-0E7D-1ED9-103C-848504F3FD28}"/>
                </a:ext>
              </a:extLst>
            </p:cNvPr>
            <p:cNvSpPr/>
            <p:nvPr/>
          </p:nvSpPr>
          <p:spPr>
            <a:xfrm>
              <a:off x="5956788" y="3830776"/>
              <a:ext cx="102857" cy="7646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6583" name="TextBox 16582">
              <a:extLst>
                <a:ext uri="{FF2B5EF4-FFF2-40B4-BE49-F238E27FC236}">
                  <a16:creationId xmlns:a16="http://schemas.microsoft.com/office/drawing/2014/main" id="{67C8AAAE-819E-5091-55A6-685865FE0D0A}"/>
                </a:ext>
              </a:extLst>
            </p:cNvPr>
            <p:cNvSpPr txBox="1"/>
            <p:nvPr/>
          </p:nvSpPr>
          <p:spPr>
            <a:xfrm>
              <a:off x="6064788" y="3767459"/>
              <a:ext cx="595707" cy="326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accent6"/>
                  </a:solidFill>
                  <a:latin typeface="+mj-ea"/>
                  <a:ea typeface="+mj-ea"/>
                </a:rPr>
                <a:t>2012</a:t>
              </a:r>
            </a:p>
            <a:p>
              <a:r>
                <a:rPr lang="en-US" altLang="ko-KR" sz="1200" dirty="0">
                  <a:solidFill>
                    <a:schemeClr val="accent6"/>
                  </a:solidFill>
                  <a:latin typeface="+mj-ea"/>
                  <a:ea typeface="+mj-ea"/>
                </a:rPr>
                <a:t>~2014</a:t>
              </a:r>
              <a:endParaRPr lang="ko-KR" altLang="en-US" sz="12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16584" name="TextBox 16583">
              <a:extLst>
                <a:ext uri="{FF2B5EF4-FFF2-40B4-BE49-F238E27FC236}">
                  <a16:creationId xmlns:a16="http://schemas.microsoft.com/office/drawing/2014/main" id="{7DD2AEB3-AE18-C815-8295-642A35FFBBCC}"/>
                </a:ext>
              </a:extLst>
            </p:cNvPr>
            <p:cNvSpPr txBox="1"/>
            <p:nvPr/>
          </p:nvSpPr>
          <p:spPr>
            <a:xfrm>
              <a:off x="6582071" y="3759765"/>
              <a:ext cx="2378246" cy="196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1679" indent="-91679">
                <a:buFont typeface="Arial" panose="020B0604020202020204" pitchFamily="34" charset="0"/>
                <a:buChar char="•"/>
              </a:pPr>
              <a:r>
                <a:rPr lang="ko-KR" altLang="en-US" sz="1200" dirty="0" err="1"/>
                <a:t>에스엘</a:t>
              </a:r>
              <a:r>
                <a:rPr lang="ko-KR" altLang="en-US" sz="1200" dirty="0"/>
                <a:t> 요구공학 체계 구축 및 내재화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BF54E28-AD3F-9436-1677-2EE2A20761FA}"/>
              </a:ext>
            </a:extLst>
          </p:cNvPr>
          <p:cNvGrpSpPr/>
          <p:nvPr/>
        </p:nvGrpSpPr>
        <p:grpSpPr>
          <a:xfrm>
            <a:off x="7125855" y="3248993"/>
            <a:ext cx="3507970" cy="287875"/>
            <a:chOff x="5956788" y="4150404"/>
            <a:chExt cx="3340924" cy="203819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3866A79-7C5A-8C93-E257-B0CF97D79EB0}"/>
                </a:ext>
              </a:extLst>
            </p:cNvPr>
            <p:cNvSpPr/>
            <p:nvPr/>
          </p:nvSpPr>
          <p:spPr>
            <a:xfrm>
              <a:off x="5956788" y="4221421"/>
              <a:ext cx="102857" cy="7646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77CC516-A543-0087-8820-51DF6075BDD3}"/>
                </a:ext>
              </a:extLst>
            </p:cNvPr>
            <p:cNvSpPr txBox="1"/>
            <p:nvPr/>
          </p:nvSpPr>
          <p:spPr>
            <a:xfrm>
              <a:off x="6064788" y="4158104"/>
              <a:ext cx="511740" cy="196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accent6"/>
                  </a:solidFill>
                  <a:latin typeface="+mj-ea"/>
                  <a:ea typeface="+mj-ea"/>
                </a:rPr>
                <a:t>2011</a:t>
              </a:r>
              <a:endParaRPr lang="ko-KR" altLang="en-US" sz="12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B3C3851-1096-AC7F-E71C-3A547A1429C7}"/>
                </a:ext>
              </a:extLst>
            </p:cNvPr>
            <p:cNvSpPr txBox="1"/>
            <p:nvPr/>
          </p:nvSpPr>
          <p:spPr>
            <a:xfrm>
              <a:off x="6582072" y="4150404"/>
              <a:ext cx="2715640" cy="196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1679" indent="-91679">
                <a:buFont typeface="Arial" panose="020B0604020202020204" pitchFamily="34" charset="0"/>
                <a:buChar char="•"/>
              </a:pPr>
              <a:r>
                <a:rPr lang="ko-KR" altLang="en-US" sz="1200" dirty="0"/>
                <a:t>정보보호기술 요구사항 표준화 체계 고도화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925F3F1-4DEA-B8B3-D00B-1EE2774A0374}"/>
              </a:ext>
            </a:extLst>
          </p:cNvPr>
          <p:cNvGrpSpPr/>
          <p:nvPr/>
        </p:nvGrpSpPr>
        <p:grpSpPr>
          <a:xfrm>
            <a:off x="7125860" y="3790256"/>
            <a:ext cx="3552853" cy="287873"/>
            <a:chOff x="5956788" y="4541050"/>
            <a:chExt cx="3383668" cy="203817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FE5902D9-810A-9B01-DCFA-E725881A7085}"/>
                </a:ext>
              </a:extLst>
            </p:cNvPr>
            <p:cNvSpPr/>
            <p:nvPr/>
          </p:nvSpPr>
          <p:spPr>
            <a:xfrm>
              <a:off x="5956788" y="4612066"/>
              <a:ext cx="102857" cy="7646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CF0DA4C-19C1-AD60-12A9-300EE5B8CCD5}"/>
                </a:ext>
              </a:extLst>
            </p:cNvPr>
            <p:cNvSpPr txBox="1"/>
            <p:nvPr/>
          </p:nvSpPr>
          <p:spPr>
            <a:xfrm>
              <a:off x="6064788" y="4548749"/>
              <a:ext cx="511740" cy="196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accent6"/>
                  </a:solidFill>
                  <a:latin typeface="+mj-ea"/>
                  <a:ea typeface="+mj-ea"/>
                </a:rPr>
                <a:t>2010</a:t>
              </a:r>
              <a:endParaRPr lang="ko-KR" altLang="en-US" sz="12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547FA24-FEF5-AE2B-64F7-A90C3CA87ED4}"/>
                </a:ext>
              </a:extLst>
            </p:cNvPr>
            <p:cNvSpPr txBox="1"/>
            <p:nvPr/>
          </p:nvSpPr>
          <p:spPr>
            <a:xfrm>
              <a:off x="6582071" y="4541050"/>
              <a:ext cx="2758385" cy="196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1679" indent="-91679">
                <a:buFont typeface="Arial" panose="020B0604020202020204" pitchFamily="34" charset="0"/>
                <a:buChar char="•"/>
              </a:pPr>
              <a:r>
                <a:rPr lang="ko-KR" altLang="en-US" sz="1200" dirty="0"/>
                <a:t>정보보호기술 요구사항 및 테스트 프로세스 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670AAAD-E834-F375-8E91-9E7E6B77EE70}"/>
              </a:ext>
            </a:extLst>
          </p:cNvPr>
          <p:cNvGrpSpPr/>
          <p:nvPr/>
        </p:nvGrpSpPr>
        <p:grpSpPr>
          <a:xfrm>
            <a:off x="7125854" y="4331517"/>
            <a:ext cx="3403776" cy="287866"/>
            <a:chOff x="5956788" y="4931700"/>
            <a:chExt cx="3241692" cy="20381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5EA76B33-E275-F6E5-D65B-94B8B6C9A3CF}"/>
                </a:ext>
              </a:extLst>
            </p:cNvPr>
            <p:cNvSpPr/>
            <p:nvPr/>
          </p:nvSpPr>
          <p:spPr>
            <a:xfrm>
              <a:off x="5956788" y="5002711"/>
              <a:ext cx="102857" cy="7646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848E7CF-F1BE-AF24-D670-188BB4EB9AE8}"/>
                </a:ext>
              </a:extLst>
            </p:cNvPr>
            <p:cNvSpPr txBox="1"/>
            <p:nvPr/>
          </p:nvSpPr>
          <p:spPr>
            <a:xfrm>
              <a:off x="6064788" y="4939394"/>
              <a:ext cx="511740" cy="196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accent6"/>
                  </a:solidFill>
                  <a:latin typeface="+mj-ea"/>
                  <a:ea typeface="+mj-ea"/>
                </a:rPr>
                <a:t>2009</a:t>
              </a:r>
              <a:endParaRPr lang="ko-KR" altLang="en-US" sz="12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B20C630-E84E-D1F4-C1BF-71DA3C1D9FD7}"/>
                </a:ext>
              </a:extLst>
            </p:cNvPr>
            <p:cNvSpPr txBox="1"/>
            <p:nvPr/>
          </p:nvSpPr>
          <p:spPr>
            <a:xfrm>
              <a:off x="6582073" y="4931700"/>
              <a:ext cx="2616407" cy="196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1679" indent="-91679">
                <a:buFont typeface="Arial" panose="020B0604020202020204" pitchFamily="34" charset="0"/>
                <a:buChar char="•"/>
              </a:pPr>
              <a:r>
                <a:rPr lang="en-US" altLang="ko-KR" sz="1200" dirty="0"/>
                <a:t>AIM</a:t>
              </a:r>
              <a:r>
                <a:rPr lang="ko-KR" altLang="en-US" sz="1200" dirty="0"/>
                <a:t>시스템즈 요구사항 표준화 체계 수립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23D139D-CD7C-7BBB-BE84-363350853040}"/>
              </a:ext>
            </a:extLst>
          </p:cNvPr>
          <p:cNvGrpSpPr/>
          <p:nvPr/>
        </p:nvGrpSpPr>
        <p:grpSpPr>
          <a:xfrm>
            <a:off x="7125856" y="4872771"/>
            <a:ext cx="3241871" cy="461665"/>
            <a:chOff x="5956788" y="5322344"/>
            <a:chExt cx="3087496" cy="326864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8100AD8-565B-E469-CA98-00F82EBBE633}"/>
                </a:ext>
              </a:extLst>
            </p:cNvPr>
            <p:cNvSpPr/>
            <p:nvPr/>
          </p:nvSpPr>
          <p:spPr>
            <a:xfrm>
              <a:off x="5956788" y="5393356"/>
              <a:ext cx="102857" cy="7646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0F1D853-FF75-5371-4F3A-871250E123D1}"/>
                </a:ext>
              </a:extLst>
            </p:cNvPr>
            <p:cNvSpPr txBox="1"/>
            <p:nvPr/>
          </p:nvSpPr>
          <p:spPr>
            <a:xfrm>
              <a:off x="6064788" y="5330039"/>
              <a:ext cx="511740" cy="196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accent6"/>
                  </a:solidFill>
                  <a:latin typeface="+mj-ea"/>
                  <a:ea typeface="+mj-ea"/>
                </a:rPr>
                <a:t>2008</a:t>
              </a:r>
              <a:endParaRPr lang="ko-KR" altLang="en-US" sz="1200" dirty="0">
                <a:solidFill>
                  <a:schemeClr val="accent6"/>
                </a:solidFill>
                <a:latin typeface="+mj-ea"/>
                <a:ea typeface="+mj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21860D8-90A8-F37C-A531-B3718BD8441D}"/>
                </a:ext>
              </a:extLst>
            </p:cNvPr>
            <p:cNvSpPr txBox="1"/>
            <p:nvPr/>
          </p:nvSpPr>
          <p:spPr>
            <a:xfrm>
              <a:off x="6582072" y="5322344"/>
              <a:ext cx="2462212" cy="326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1679" indent="-91679">
                <a:buFont typeface="Arial" panose="020B0604020202020204" pitchFamily="34" charset="0"/>
                <a:buChar char="•"/>
              </a:pPr>
              <a:r>
                <a:rPr lang="ko-KR" altLang="en-US" sz="1200" dirty="0" err="1"/>
                <a:t>현대오토넷</a:t>
              </a:r>
              <a:r>
                <a:rPr lang="ko-KR" altLang="en-US" sz="1200" dirty="0"/>
                <a:t> 요구사항 표준화 체계 수립</a:t>
              </a:r>
            </a:p>
            <a:p>
              <a:pPr marL="91679" indent="-91679">
                <a:buFont typeface="Arial" panose="020B0604020202020204" pitchFamily="34" charset="0"/>
                <a:buChar char="•"/>
              </a:pPr>
              <a:r>
                <a:rPr lang="en-US" altLang="ko-KR" sz="1200" dirty="0"/>
                <a:t>SKT </a:t>
              </a:r>
              <a:r>
                <a:rPr lang="ko-KR" altLang="en-US" sz="1200" dirty="0"/>
                <a:t>단말 </a:t>
              </a:r>
              <a:r>
                <a:rPr lang="en-US" altLang="ko-KR" sz="1200" dirty="0"/>
                <a:t>SW </a:t>
              </a:r>
              <a:r>
                <a:rPr lang="ko-KR" altLang="en-US" sz="1200" dirty="0"/>
                <a:t>검증 프로세스 진단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9BE2595-1E03-F625-1811-ADF838786750}"/>
              </a:ext>
            </a:extLst>
          </p:cNvPr>
          <p:cNvGrpSpPr/>
          <p:nvPr/>
        </p:nvGrpSpPr>
        <p:grpSpPr>
          <a:xfrm>
            <a:off x="7125856" y="5587824"/>
            <a:ext cx="3129662" cy="517449"/>
            <a:chOff x="5956788" y="5712995"/>
            <a:chExt cx="2980631" cy="366360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8E7EA8E-CFC5-F3B3-8D00-AFCB6721C851}"/>
                </a:ext>
              </a:extLst>
            </p:cNvPr>
            <p:cNvSpPr/>
            <p:nvPr/>
          </p:nvSpPr>
          <p:spPr>
            <a:xfrm>
              <a:off x="5956788" y="5784002"/>
              <a:ext cx="102857" cy="7646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340E3DD-2C73-1BFE-3976-7287DC7F7D53}"/>
                </a:ext>
              </a:extLst>
            </p:cNvPr>
            <p:cNvSpPr txBox="1"/>
            <p:nvPr/>
          </p:nvSpPr>
          <p:spPr>
            <a:xfrm>
              <a:off x="6064788" y="5720685"/>
              <a:ext cx="511740" cy="196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accent6"/>
                  </a:solidFill>
                  <a:latin typeface="+mj-ea"/>
                  <a:ea typeface="+mj-ea"/>
                </a:rPr>
                <a:t>2007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5295E8C-ED89-84AA-DBEC-E7342CE558CE}"/>
                </a:ext>
              </a:extLst>
            </p:cNvPr>
            <p:cNvSpPr txBox="1"/>
            <p:nvPr/>
          </p:nvSpPr>
          <p:spPr>
            <a:xfrm>
              <a:off x="6582073" y="5712995"/>
              <a:ext cx="2355346" cy="3663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1679" indent="-91679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/>
                <a:t>삼성전자 </a:t>
              </a:r>
              <a:r>
                <a:rPr lang="en-US" altLang="ko-KR" sz="1200" dirty="0"/>
                <a:t>AV</a:t>
              </a:r>
              <a:r>
                <a:rPr lang="ko-KR" altLang="en-US" sz="1200" dirty="0"/>
                <a:t>사업부 요구사항 표준화</a:t>
              </a:r>
            </a:p>
            <a:p>
              <a:pPr marL="91679" indent="-91679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 err="1"/>
                <a:t>휴맥스</a:t>
              </a:r>
              <a:r>
                <a:rPr lang="ko-KR" altLang="en-US" sz="1200" dirty="0"/>
                <a:t> 요구사항 관리체계 수립</a:t>
              </a: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E4FBBC9-D6D4-4615-6864-B2AD8416CAF8}"/>
              </a:ext>
            </a:extLst>
          </p:cNvPr>
          <p:cNvSpPr/>
          <p:nvPr/>
        </p:nvSpPr>
        <p:spPr>
          <a:xfrm>
            <a:off x="7174898" y="1240515"/>
            <a:ext cx="1075482" cy="4128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rgbClr val="FFFFFF"/>
                </a:solidFill>
                <a:latin typeface="+mn-ea"/>
              </a:rPr>
              <a:t>주요실적</a:t>
            </a:r>
          </a:p>
        </p:txBody>
      </p:sp>
    </p:spTree>
    <p:extLst>
      <p:ext uri="{BB962C8B-B14F-4D97-AF65-F5344CB8AC3E}">
        <p14:creationId xmlns:p14="http://schemas.microsoft.com/office/powerpoint/2010/main" val="4236292235"/>
      </p:ext>
    </p:extLst>
  </p:cSld>
  <p:clrMapOvr>
    <a:masterClrMapping/>
  </p:clrMapOvr>
  <p:transition spd="slow">
    <p:strip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3AFF5FB-CA76-358F-A06A-CB21BB552D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46080" y="6411331"/>
            <a:ext cx="1243486" cy="216000"/>
          </a:xfrm>
        </p:spPr>
        <p:txBody>
          <a:bodyPr/>
          <a:lstStyle/>
          <a:p>
            <a:fld id="{20E68349-8524-4E2E-AA4C-9351CB1FD3E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402435" y="378295"/>
            <a:ext cx="8709592" cy="434974"/>
          </a:xfrm>
        </p:spPr>
        <p:txBody>
          <a:bodyPr vert="horz" lIns="89533" tIns="44767" rIns="89533" bIns="44767" rtlCol="0" anchor="ctr">
            <a:noAutofit/>
          </a:bodyPr>
          <a:lstStyle/>
          <a:p>
            <a:r>
              <a:rPr lang="en-US" altLang="ko-KR" dirty="0"/>
              <a:t>4. ITSCOPE</a:t>
            </a:r>
            <a:endParaRPr lang="ko-KR" altLang="en-US" dirty="0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8AFBFFD4-3750-5540-F076-6D2E34517C3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1643" y="945322"/>
            <a:ext cx="11387132" cy="5371342"/>
          </a:xfrm>
        </p:spPr>
        <p:txBody>
          <a:bodyPr>
            <a:normAutofit/>
          </a:bodyPr>
          <a:lstStyle/>
          <a:p>
            <a:r>
              <a:rPr lang="en-US" altLang="ko-KR" dirty="0"/>
              <a:t>SW</a:t>
            </a:r>
            <a:r>
              <a:rPr lang="ko-KR" altLang="en-US" dirty="0"/>
              <a:t>프로젝트 관리용 전문 솔루션</a:t>
            </a:r>
            <a:endParaRPr lang="en-US" altLang="ko-KR" dirty="0"/>
          </a:p>
        </p:txBody>
      </p:sp>
      <p:sp>
        <p:nvSpPr>
          <p:cNvPr id="31" name="내용 개체 틀 30">
            <a:extLst>
              <a:ext uri="{FF2B5EF4-FFF2-40B4-BE49-F238E27FC236}">
                <a16:creationId xmlns:a16="http://schemas.microsoft.com/office/drawing/2014/main" id="{73F485A3-CB29-F483-C6DE-83A3A0E16D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2027" y="378295"/>
            <a:ext cx="2677537" cy="434974"/>
          </a:xfrm>
        </p:spPr>
        <p:txBody>
          <a:bodyPr/>
          <a:lstStyle/>
          <a:p>
            <a:r>
              <a:rPr lang="en-US" altLang="ko-KR" dirty="0"/>
              <a:t>IV. ITSCOPE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399BF02-1363-82D1-B06A-BCACF95140F8}"/>
              </a:ext>
            </a:extLst>
          </p:cNvPr>
          <p:cNvGrpSpPr/>
          <p:nvPr/>
        </p:nvGrpSpPr>
        <p:grpSpPr>
          <a:xfrm>
            <a:off x="2183133" y="1432887"/>
            <a:ext cx="8031968" cy="4665523"/>
            <a:chOff x="789561" y="1813104"/>
            <a:chExt cx="8853757" cy="5142875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561" y="2883568"/>
              <a:ext cx="2736728" cy="2230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5" descr="F:\제품센터\4.개발자료\로고\basic\itscope-basic1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119" y="3094369"/>
              <a:ext cx="1093856" cy="474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Picture 6" descr="F:\제품센터\4.개발자료\로고\planner\itscope-planner1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119" y="1870368"/>
              <a:ext cx="1104076" cy="479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7" descr="F:\제품센터\4.개발자료\로고\smart\itscope-smart1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119" y="5518840"/>
              <a:ext cx="1105298" cy="475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8" descr="F:\제품센터\4.개발자료\로고\pmo\itscope-pmo1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119" y="4344226"/>
              <a:ext cx="1104076" cy="47542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" name="꺾인 연결선 15"/>
            <p:cNvCxnSpPr>
              <a:stCxn id="10" idx="3"/>
              <a:endCxn id="13" idx="1"/>
            </p:cNvCxnSpPr>
            <p:nvPr/>
          </p:nvCxnSpPr>
          <p:spPr bwMode="auto">
            <a:xfrm flipV="1">
              <a:off x="3526289" y="2110044"/>
              <a:ext cx="857830" cy="1888968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rgbClr val="007CA8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cxnSp>
          <p:nvCxnSpPr>
            <p:cNvPr id="17" name="꺾인 연결선 16"/>
            <p:cNvCxnSpPr>
              <a:stCxn id="10" idx="3"/>
              <a:endCxn id="15" idx="1"/>
            </p:cNvCxnSpPr>
            <p:nvPr/>
          </p:nvCxnSpPr>
          <p:spPr bwMode="auto">
            <a:xfrm>
              <a:off x="3526289" y="3999012"/>
              <a:ext cx="857830" cy="582925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rgbClr val="007CA8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cxnSp>
          <p:nvCxnSpPr>
            <p:cNvPr id="18" name="꺾인 연결선 17"/>
            <p:cNvCxnSpPr>
              <a:stCxn id="10" idx="3"/>
              <a:endCxn id="12" idx="1"/>
            </p:cNvCxnSpPr>
            <p:nvPr/>
          </p:nvCxnSpPr>
          <p:spPr bwMode="auto">
            <a:xfrm flipV="1">
              <a:off x="3526289" y="3331825"/>
              <a:ext cx="857830" cy="667187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rgbClr val="007CA8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cxnSp>
          <p:nvCxnSpPr>
            <p:cNvPr id="19" name="꺾인 연결선 18"/>
            <p:cNvCxnSpPr>
              <a:stCxn id="10" idx="3"/>
              <a:endCxn id="14" idx="1"/>
            </p:cNvCxnSpPr>
            <p:nvPr/>
          </p:nvCxnSpPr>
          <p:spPr bwMode="auto">
            <a:xfrm>
              <a:off x="3526289" y="3999011"/>
              <a:ext cx="857830" cy="1757803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rgbClr val="007CA8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D927154D-ECF3-6184-82C7-F617E6135A52}"/>
                </a:ext>
              </a:extLst>
            </p:cNvPr>
            <p:cNvGrpSpPr/>
            <p:nvPr/>
          </p:nvGrpSpPr>
          <p:grpSpPr>
            <a:xfrm>
              <a:off x="5638483" y="4286961"/>
              <a:ext cx="4004835" cy="898868"/>
              <a:chOff x="5224073" y="3898848"/>
              <a:chExt cx="3710493" cy="832803"/>
            </a:xfrm>
          </p:grpSpPr>
          <p:sp>
            <p:nvSpPr>
              <p:cNvPr id="20" name="모서리가 둥근 직사각형 19"/>
              <p:cNvSpPr/>
              <p:nvPr/>
            </p:nvSpPr>
            <p:spPr bwMode="auto">
              <a:xfrm>
                <a:off x="5289161" y="4358589"/>
                <a:ext cx="3645405" cy="373062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105747" eaLnBrk="0" hangingPunct="0">
                  <a:lnSpc>
                    <a:spcPct val="90000"/>
                  </a:lnSpc>
                  <a:spcBef>
                    <a:spcPct val="50000"/>
                  </a:spcBef>
                  <a:defRPr/>
                </a:pPr>
                <a:r>
                  <a:rPr lang="en-US" altLang="ko-KR" sz="1100" dirty="0">
                    <a:solidFill>
                      <a:schemeClr val="bg1"/>
                    </a:solidFill>
                    <a:latin typeface="+mn-ea"/>
                  </a:rPr>
                  <a:t>PMO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+mn-ea"/>
                  </a:rPr>
                  <a:t>관리 최적화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+mn-ea"/>
                  </a:rPr>
                  <a:t>, 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+mn-ea"/>
                  </a:rPr>
                  <a:t>단일 프로젝트 수행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+mn-ea"/>
                  </a:rPr>
                  <a:t>, Contents 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+mn-ea"/>
                  </a:rPr>
                  <a:t>제공</a:t>
                </a:r>
              </a:p>
            </p:txBody>
          </p:sp>
          <p:sp>
            <p:nvSpPr>
              <p:cNvPr id="23" name="TextBox 82"/>
              <p:cNvSpPr txBox="1">
                <a:spLocks noChangeArrowheads="1"/>
              </p:cNvSpPr>
              <p:nvPr/>
            </p:nvSpPr>
            <p:spPr bwMode="auto">
              <a:xfrm>
                <a:off x="5224073" y="3898848"/>
                <a:ext cx="3710493" cy="2828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1pPr>
                <a:lvl2pPr marL="742950" indent="-28575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2pPr>
                <a:lvl3pPr marL="1143000" indent="-22860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3pPr>
                <a:lvl4pPr marL="1600200" indent="-22860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4pPr>
                <a:lvl5pPr marL="2057400" indent="-22860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9pPr>
              </a:lstStyle>
              <a:p>
                <a:pPr eaLnBrk="1" hangingPunct="1"/>
                <a:r>
                  <a:rPr lang="en-US" altLang="ko-KR" sz="1200" b="1" baseline="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  <a:ea typeface="+mn-ea"/>
                  </a:rPr>
                  <a:t>“PMO </a:t>
                </a:r>
                <a:r>
                  <a:rPr lang="ko-KR" altLang="en-US" sz="1200" b="1" baseline="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  <a:ea typeface="+mn-ea"/>
                  </a:rPr>
                  <a:t>프로젝트 관리 전문 솔루션</a:t>
                </a:r>
                <a:r>
                  <a:rPr lang="en-US" altLang="ko-KR" sz="1200" b="1" baseline="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  <a:ea typeface="+mn-ea"/>
                  </a:rPr>
                  <a:t>”</a:t>
                </a:r>
                <a:endParaRPr lang="ko-KR" altLang="en-US" sz="1200" b="1" baseline="0" dirty="0">
                  <a:solidFill>
                    <a:schemeClr val="accent5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268567" y="4098291"/>
                <a:ext cx="3001213" cy="251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ko-KR" altLang="en-US" sz="1000" dirty="0">
                    <a:latin typeface="+mn-ea"/>
                  </a:rPr>
                  <a:t>프로젝트 수행에 최적화된 관리 지원 및 </a:t>
                </a:r>
                <a:r>
                  <a:rPr lang="en-US" altLang="ko-KR" sz="1000" dirty="0">
                    <a:latin typeface="+mn-ea"/>
                  </a:rPr>
                  <a:t>contents </a:t>
                </a:r>
                <a:r>
                  <a:rPr lang="ko-KR" altLang="en-US" sz="1000" dirty="0">
                    <a:latin typeface="+mn-ea"/>
                  </a:rPr>
                  <a:t>지원</a:t>
                </a: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4A9EFF82-83EF-75CD-2029-BB8C4E570B55}"/>
                </a:ext>
              </a:extLst>
            </p:cNvPr>
            <p:cNvGrpSpPr/>
            <p:nvPr/>
          </p:nvGrpSpPr>
          <p:grpSpPr>
            <a:xfrm>
              <a:off x="5638483" y="3060010"/>
              <a:ext cx="4004835" cy="951204"/>
              <a:chOff x="5224073" y="2762075"/>
              <a:chExt cx="3710493" cy="881293"/>
            </a:xfrm>
          </p:grpSpPr>
          <p:sp>
            <p:nvSpPr>
              <p:cNvPr id="8" name="모서리가 둥근 직사각형 7"/>
              <p:cNvSpPr/>
              <p:nvPr/>
            </p:nvSpPr>
            <p:spPr bwMode="auto">
              <a:xfrm>
                <a:off x="5289161" y="3270306"/>
                <a:ext cx="3645405" cy="373062"/>
              </a:xfrm>
              <a:prstGeom prst="round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105747" eaLnBrk="0" hangingPunct="0">
                  <a:lnSpc>
                    <a:spcPct val="90000"/>
                  </a:lnSpc>
                  <a:spcBef>
                    <a:spcPct val="50000"/>
                  </a:spcBef>
                  <a:defRPr/>
                </a:pPr>
                <a:r>
                  <a:rPr lang="ko-KR" altLang="en-US" sz="1100" dirty="0">
                    <a:solidFill>
                      <a:schemeClr val="bg1"/>
                    </a:solidFill>
                    <a:latin typeface="+mn-ea"/>
                  </a:rPr>
                  <a:t>품질인증부합 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+mn-ea"/>
                  </a:rPr>
                  <a:t>(CMMI ML2 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+mn-ea"/>
                  </a:rPr>
                  <a:t>수준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+mn-ea"/>
                  </a:rPr>
                  <a:t>), 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+mn-ea"/>
                  </a:rPr>
                  <a:t>최소 수정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+mn-ea"/>
                  </a:rPr>
                  <a:t>, 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+mn-ea"/>
                  </a:rPr>
                  <a:t>국제인증 지원</a:t>
                </a:r>
              </a:p>
            </p:txBody>
          </p:sp>
          <p:sp>
            <p:nvSpPr>
              <p:cNvPr id="22" name="TextBox 82"/>
              <p:cNvSpPr txBox="1">
                <a:spLocks noChangeArrowheads="1"/>
              </p:cNvSpPr>
              <p:nvPr/>
            </p:nvSpPr>
            <p:spPr bwMode="auto">
              <a:xfrm>
                <a:off x="5224073" y="2762075"/>
                <a:ext cx="3710493" cy="2828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1pPr>
                <a:lvl2pPr marL="742950" indent="-28575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2pPr>
                <a:lvl3pPr marL="1143000" indent="-22860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3pPr>
                <a:lvl4pPr marL="1600200" indent="-22860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4pPr>
                <a:lvl5pPr marL="2057400" indent="-22860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9pPr>
              </a:lstStyle>
              <a:p>
                <a:pPr eaLnBrk="1" hangingPunct="1"/>
                <a:r>
                  <a:rPr lang="en-US" altLang="ko-KR" sz="1200" b="1" baseline="0" dirty="0">
                    <a:solidFill>
                      <a:schemeClr val="accent1"/>
                    </a:solidFill>
                    <a:latin typeface="+mn-ea"/>
                    <a:ea typeface="+mn-ea"/>
                  </a:rPr>
                  <a:t>“</a:t>
                </a:r>
                <a:r>
                  <a:rPr lang="ko-KR" altLang="en-US" sz="1200" b="1" baseline="0" dirty="0">
                    <a:solidFill>
                      <a:schemeClr val="accent1"/>
                    </a:solidFill>
                    <a:latin typeface="+mn-ea"/>
                    <a:ea typeface="+mn-ea"/>
                  </a:rPr>
                  <a:t>프로젝트 협업 및 통한 관리 솔루션</a:t>
                </a:r>
                <a:r>
                  <a:rPr lang="en-US" altLang="ko-KR" sz="1200" b="1" baseline="0" dirty="0">
                    <a:solidFill>
                      <a:schemeClr val="accent1"/>
                    </a:solidFill>
                    <a:latin typeface="+mn-ea"/>
                    <a:ea typeface="+mn-ea"/>
                  </a:rPr>
                  <a:t>”</a:t>
                </a:r>
                <a:endParaRPr lang="ko-KR" altLang="en-US" sz="1200" b="1" baseline="0" dirty="0">
                  <a:solidFill>
                    <a:schemeClr val="accent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268567" y="2981636"/>
                <a:ext cx="3351562" cy="251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ko-KR" altLang="en-US" sz="1000" dirty="0">
                    <a:latin typeface="+mn-ea"/>
                  </a:rPr>
                  <a:t>프로젝트 수행을 언제 어디서나 수행할 수 있는 웹 기반 솔루션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FCE35854-6CE9-1809-9A66-8FAFB32AB41A}"/>
                </a:ext>
              </a:extLst>
            </p:cNvPr>
            <p:cNvGrpSpPr/>
            <p:nvPr/>
          </p:nvGrpSpPr>
          <p:grpSpPr>
            <a:xfrm>
              <a:off x="5638483" y="1813104"/>
              <a:ext cx="4004835" cy="948254"/>
              <a:chOff x="5224073" y="1606811"/>
              <a:chExt cx="3710493" cy="878560"/>
            </a:xfrm>
          </p:grpSpPr>
          <p:sp>
            <p:nvSpPr>
              <p:cNvPr id="7" name="TextBox 82"/>
              <p:cNvSpPr txBox="1">
                <a:spLocks noChangeArrowheads="1"/>
              </p:cNvSpPr>
              <p:nvPr/>
            </p:nvSpPr>
            <p:spPr bwMode="auto">
              <a:xfrm>
                <a:off x="5224073" y="1606811"/>
                <a:ext cx="3710493" cy="2828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1pPr>
                <a:lvl2pPr marL="742950" indent="-28575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2pPr>
                <a:lvl3pPr marL="1143000" indent="-22860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3pPr>
                <a:lvl4pPr marL="1600200" indent="-22860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4pPr>
                <a:lvl5pPr marL="2057400" indent="-228600" eaLnBrk="0" hangingPunct="0"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400" baseline="-25000">
                    <a:solidFill>
                      <a:schemeClr val="tx1"/>
                    </a:solidFill>
                    <a:latin typeface="Pretendard GOV" pitchFamily="50" charset="-127"/>
                    <a:ea typeface="Pretendard GOV" pitchFamily="50" charset="-127"/>
                  </a:defRPr>
                </a:lvl9pPr>
              </a:lstStyle>
              <a:p>
                <a:pPr eaLnBrk="1" hangingPunct="1"/>
                <a:r>
                  <a:rPr lang="en-US" altLang="ko-KR" sz="1200" b="1" baseline="0" dirty="0">
                    <a:solidFill>
                      <a:schemeClr val="accent3"/>
                    </a:solidFill>
                    <a:latin typeface="+mn-ea"/>
                    <a:ea typeface="+mn-ea"/>
                  </a:rPr>
                  <a:t>“</a:t>
                </a:r>
                <a:r>
                  <a:rPr lang="ko-KR" altLang="en-US" sz="1200" b="1" baseline="0" dirty="0">
                    <a:solidFill>
                      <a:schemeClr val="accent3"/>
                    </a:solidFill>
                    <a:latin typeface="+mn-ea"/>
                    <a:ea typeface="+mn-ea"/>
                  </a:rPr>
                  <a:t>개인 프로젝트 일정 관리 전문 솔루션</a:t>
                </a:r>
                <a:r>
                  <a:rPr lang="en-US" altLang="ko-KR" sz="1200" b="1" baseline="0" dirty="0">
                    <a:solidFill>
                      <a:schemeClr val="accent3"/>
                    </a:solidFill>
                    <a:latin typeface="+mn-ea"/>
                    <a:ea typeface="+mn-ea"/>
                  </a:rPr>
                  <a:t>”</a:t>
                </a:r>
                <a:endParaRPr lang="ko-KR" altLang="en-US" sz="1200" b="1" baseline="0" dirty="0">
                  <a:solidFill>
                    <a:schemeClr val="accent3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" name="모서리가 둥근 직사각형 8"/>
              <p:cNvSpPr/>
              <p:nvPr/>
            </p:nvSpPr>
            <p:spPr bwMode="auto">
              <a:xfrm>
                <a:off x="5289161" y="2112309"/>
                <a:ext cx="3645405" cy="373062"/>
              </a:xfrm>
              <a:prstGeom prst="roundRect">
                <a:avLst/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105747" eaLnBrk="0" hangingPunct="0">
                  <a:lnSpc>
                    <a:spcPct val="90000"/>
                  </a:lnSpc>
                  <a:spcBef>
                    <a:spcPct val="50000"/>
                  </a:spcBef>
                  <a:defRPr/>
                </a:pPr>
                <a:r>
                  <a:rPr lang="ko-KR" altLang="en-US" sz="1100" dirty="0">
                    <a:solidFill>
                      <a:schemeClr val="bg1"/>
                    </a:solidFill>
                    <a:latin typeface="+mn-ea"/>
                  </a:rPr>
                  <a:t>스프레드시트 만큼 쉽게 간편한 개인 일정 관리 도구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268567" y="1810857"/>
                <a:ext cx="3238599" cy="251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ko-KR" altLang="en-US" sz="1000" dirty="0">
                    <a:latin typeface="+mn-ea"/>
                  </a:rPr>
                  <a:t>조직의 특성 및 구조에 맞는 최적화된 시스템을 제공 합니다</a:t>
                </a:r>
                <a:r>
                  <a:rPr lang="en-US" altLang="ko-KR" sz="1000" dirty="0">
                    <a:latin typeface="+mn-ea"/>
                  </a:rPr>
                  <a:t>.</a:t>
                </a:r>
                <a:endParaRPr lang="ko-KR" altLang="en-US" sz="1000" dirty="0">
                  <a:latin typeface="+mn-ea"/>
                </a:endParaRPr>
              </a:p>
            </p:txBody>
          </p:sp>
        </p:grpSp>
        <p:sp>
          <p:nvSpPr>
            <p:cNvPr id="21" name="모서리가 둥근 직사각형 20"/>
            <p:cNvSpPr/>
            <p:nvPr/>
          </p:nvSpPr>
          <p:spPr bwMode="auto">
            <a:xfrm>
              <a:off x="5708733" y="5970422"/>
              <a:ext cx="3934237" cy="402656"/>
            </a:xfrm>
            <a:prstGeom prst="roundRect">
              <a:avLst/>
            </a:prstGeom>
            <a:solidFill>
              <a:srgbClr val="F925B2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105747" eaLnBrk="0" hangingPunct="0"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ko-KR" altLang="en-US" sz="1100" dirty="0">
                  <a:solidFill>
                    <a:schemeClr val="bg1"/>
                  </a:solidFill>
                  <a:latin typeface="+mn-ea"/>
                </a:rPr>
                <a:t>사업관리</a:t>
              </a:r>
              <a:r>
                <a:rPr lang="en-US" altLang="ko-KR" sz="1100" dirty="0">
                  <a:solidFill>
                    <a:schemeClr val="bg1"/>
                  </a:solidFill>
                  <a:latin typeface="+mn-ea"/>
                </a:rPr>
                <a:t>, IT Portal, </a:t>
              </a:r>
              <a:r>
                <a:rPr lang="ko-KR" altLang="en-US" sz="1100" dirty="0">
                  <a:solidFill>
                    <a:schemeClr val="bg1"/>
                  </a:solidFill>
                  <a:latin typeface="+mn-ea"/>
                </a:rPr>
                <a:t>품질보증</a:t>
              </a:r>
              <a:r>
                <a:rPr lang="en-US" altLang="ko-KR" sz="1100" dirty="0">
                  <a:solidFill>
                    <a:schemeClr val="bg1"/>
                  </a:solidFill>
                  <a:latin typeface="+mn-ea"/>
                </a:rPr>
                <a:t>, </a:t>
              </a:r>
              <a:r>
                <a:rPr lang="ko-KR" altLang="en-US" sz="1100" dirty="0">
                  <a:solidFill>
                    <a:schemeClr val="bg1"/>
                  </a:solidFill>
                  <a:latin typeface="+mn-ea"/>
                </a:rPr>
                <a:t>연구관리</a:t>
              </a:r>
              <a:r>
                <a:rPr lang="en-US" altLang="ko-KR" sz="1100" dirty="0">
                  <a:solidFill>
                    <a:schemeClr val="bg1"/>
                  </a:solidFill>
                  <a:latin typeface="+mn-ea"/>
                </a:rPr>
                <a:t>, </a:t>
              </a:r>
              <a:r>
                <a:rPr lang="ko-KR" altLang="en-US" sz="1100" dirty="0">
                  <a:solidFill>
                    <a:schemeClr val="bg1"/>
                  </a:solidFill>
                  <a:latin typeface="+mn-ea"/>
                </a:rPr>
                <a:t>업무</a:t>
              </a:r>
              <a:r>
                <a:rPr lang="en-US" altLang="ko-KR" sz="1100" dirty="0">
                  <a:solidFill>
                    <a:schemeClr val="bg1"/>
                  </a:solidFill>
                  <a:latin typeface="+mn-ea"/>
                </a:rPr>
                <a:t>(SI/SM) </a:t>
              </a:r>
              <a:r>
                <a:rPr lang="ko-KR" altLang="en-US" sz="1100" dirty="0">
                  <a:solidFill>
                    <a:schemeClr val="bg1"/>
                  </a:solidFill>
                  <a:latin typeface="+mn-ea"/>
                </a:rPr>
                <a:t>관리</a:t>
              </a:r>
            </a:p>
          </p:txBody>
        </p:sp>
        <p:sp>
          <p:nvSpPr>
            <p:cNvPr id="24" name="TextBox 82"/>
            <p:cNvSpPr txBox="1">
              <a:spLocks noChangeArrowheads="1"/>
            </p:cNvSpPr>
            <p:nvPr/>
          </p:nvSpPr>
          <p:spPr bwMode="auto">
            <a:xfrm>
              <a:off x="5638483" y="5461570"/>
              <a:ext cx="4004835" cy="305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1pPr>
              <a:lvl2pPr marL="742950" indent="-285750" eaLnBrk="0" hangingPunct="0"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2pPr>
              <a:lvl3pPr marL="1143000" indent="-228600" eaLnBrk="0" hangingPunct="0"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3pPr>
              <a:lvl4pPr marL="1600200" indent="-228600" eaLnBrk="0" hangingPunct="0"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4pPr>
              <a:lvl5pPr marL="2057400" indent="-228600" eaLnBrk="0" hangingPunct="0"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aseline="-25000">
                  <a:solidFill>
                    <a:schemeClr val="tx1"/>
                  </a:solidFill>
                  <a:latin typeface="Pretendard GOV" pitchFamily="50" charset="-127"/>
                  <a:ea typeface="Pretendard GOV" pitchFamily="50" charset="-127"/>
                </a:defRPr>
              </a:lvl9pPr>
            </a:lstStyle>
            <a:p>
              <a:pPr eaLnBrk="1" hangingPunct="1"/>
              <a:r>
                <a:rPr lang="en-US" altLang="ko-KR" sz="1200" b="1" baseline="0" dirty="0">
                  <a:solidFill>
                    <a:srgbClr val="F925B2"/>
                  </a:solidFill>
                  <a:latin typeface="+mn-ea"/>
                  <a:ea typeface="+mn-ea"/>
                </a:rPr>
                <a:t>“</a:t>
              </a:r>
              <a:r>
                <a:rPr lang="ko-KR" altLang="en-US" sz="1200" b="1" baseline="0" dirty="0">
                  <a:solidFill>
                    <a:srgbClr val="F925B2"/>
                  </a:solidFill>
                  <a:latin typeface="+mn-ea"/>
                  <a:ea typeface="+mn-ea"/>
                </a:rPr>
                <a:t>맞춤형 통합 프로젝트 관리</a:t>
              </a:r>
              <a:r>
                <a:rPr lang="en-US" altLang="ko-KR" sz="1200" b="1" baseline="0" dirty="0">
                  <a:solidFill>
                    <a:srgbClr val="F925B2"/>
                  </a:solidFill>
                  <a:latin typeface="+mn-ea"/>
                  <a:ea typeface="+mn-ea"/>
                </a:rPr>
                <a:t> </a:t>
              </a:r>
              <a:r>
                <a:rPr lang="ko-KR" altLang="en-US" sz="1200" b="1" baseline="0" dirty="0">
                  <a:solidFill>
                    <a:srgbClr val="F925B2"/>
                  </a:solidFill>
                  <a:latin typeface="+mn-ea"/>
                  <a:ea typeface="+mn-ea"/>
                </a:rPr>
                <a:t>시스템</a:t>
              </a:r>
              <a:r>
                <a:rPr lang="en-US" altLang="ko-KR" sz="1200" b="1" baseline="0" dirty="0">
                  <a:solidFill>
                    <a:srgbClr val="F925B2"/>
                  </a:solidFill>
                  <a:latin typeface="+mn-ea"/>
                  <a:ea typeface="+mn-ea"/>
                </a:rPr>
                <a:t>”</a:t>
              </a:r>
              <a:endParaRPr lang="ko-KR" altLang="en-US" sz="1200" b="1" baseline="0" dirty="0">
                <a:solidFill>
                  <a:srgbClr val="F925B2"/>
                </a:solidFill>
                <a:latin typeface="+mn-ea"/>
                <a:ea typeface="+mn-ea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686506" y="5686011"/>
              <a:ext cx="3495507" cy="2714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ko-KR" altLang="en-US" sz="1000" dirty="0">
                  <a:latin typeface="+mn-ea"/>
                </a:rPr>
                <a:t>조직의 특성 및 구조에 맞는 최적화된 시스템을 제공 합니다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29" name="모서리가 둥근 직사각형 28"/>
            <p:cNvSpPr/>
            <p:nvPr/>
          </p:nvSpPr>
          <p:spPr bwMode="auto">
            <a:xfrm>
              <a:off x="5708733" y="6553323"/>
              <a:ext cx="3934237" cy="402656"/>
            </a:xfrm>
            <a:prstGeom prst="roundRect">
              <a:avLst/>
            </a:prstGeom>
            <a:solidFill>
              <a:srgbClr val="F925B2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105747" eaLnBrk="0" hangingPunct="0"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ko-KR" altLang="en-US" sz="1100" dirty="0">
                  <a:solidFill>
                    <a:schemeClr val="bg1"/>
                  </a:solidFill>
                  <a:latin typeface="+mn-ea"/>
                </a:rPr>
                <a:t>방법론</a:t>
              </a:r>
              <a:r>
                <a:rPr lang="en-US" altLang="ko-KR" sz="1100" dirty="0">
                  <a:solidFill>
                    <a:schemeClr val="bg1"/>
                  </a:solidFill>
                  <a:latin typeface="+mn-ea"/>
                </a:rPr>
                <a:t>, </a:t>
              </a:r>
              <a:r>
                <a:rPr lang="ko-KR" altLang="en-US" sz="1100" dirty="0">
                  <a:solidFill>
                    <a:schemeClr val="bg1"/>
                  </a:solidFill>
                  <a:latin typeface="+mn-ea"/>
                </a:rPr>
                <a:t>프로세스 개선</a:t>
              </a:r>
              <a:r>
                <a:rPr lang="en-US" altLang="ko-KR" sz="1100" dirty="0">
                  <a:solidFill>
                    <a:schemeClr val="bg1"/>
                  </a:solidFill>
                  <a:latin typeface="+mn-ea"/>
                </a:rPr>
                <a:t>, </a:t>
              </a:r>
              <a:r>
                <a:rPr lang="ko-KR" altLang="en-US" sz="1100" dirty="0">
                  <a:solidFill>
                    <a:schemeClr val="bg1"/>
                  </a:solidFill>
                  <a:latin typeface="+mn-ea"/>
                </a:rPr>
                <a:t>자산 관리 등 </a:t>
              </a:r>
              <a:r>
                <a:rPr lang="en-US" altLang="ko-KR" sz="1100" b="1" dirty="0">
                  <a:solidFill>
                    <a:schemeClr val="bg1"/>
                  </a:solidFill>
                  <a:latin typeface="+mn-ea"/>
                </a:rPr>
                <a:t>SW </a:t>
              </a:r>
              <a:r>
                <a:rPr lang="ko-KR" altLang="en-US" sz="1100" b="1" dirty="0">
                  <a:solidFill>
                    <a:schemeClr val="bg1"/>
                  </a:solidFill>
                  <a:latin typeface="+mn-ea"/>
                </a:rPr>
                <a:t>공학 컨설팅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52152" y="6288566"/>
              <a:ext cx="420903" cy="30534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buNone/>
              </a:pPr>
              <a:r>
                <a:rPr lang="en-US" altLang="ko-KR" sz="1200" b="1" dirty="0">
                  <a:solidFill>
                    <a:srgbClr val="0070C0"/>
                  </a:solidFill>
                  <a:latin typeface="+mn-ea"/>
                </a:rPr>
                <a:t>+α</a:t>
              </a:r>
              <a:endParaRPr lang="ko-KR" altLang="en-US" sz="1200" b="1" dirty="0">
                <a:solidFill>
                  <a:srgbClr val="0070C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5564097"/>
      </p:ext>
    </p:extLst>
  </p:cSld>
  <p:clrMapOvr>
    <a:masterClrMapping/>
  </p:clrMapOvr>
  <p:transition spd="slow">
    <p:strip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부제목 6">
            <a:extLst>
              <a:ext uri="{FF2B5EF4-FFF2-40B4-BE49-F238E27FC236}">
                <a16:creationId xmlns:a16="http://schemas.microsoft.com/office/drawing/2014/main" id="{F260F259-484B-952E-249E-6B1D59678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951" y="3783667"/>
            <a:ext cx="10877464" cy="556746"/>
          </a:xfrm>
        </p:spPr>
        <p:txBody>
          <a:bodyPr>
            <a:normAutofit/>
          </a:bodyPr>
          <a:lstStyle/>
          <a:p>
            <a:r>
              <a:rPr lang="ko-KR" altLang="en-US" dirty="0"/>
              <a:t>솔루션링크 회사소개서 </a:t>
            </a:r>
            <a:r>
              <a:rPr lang="en-US" altLang="ko-KR" dirty="0"/>
              <a:t>: SOLUTIONLINK Introduction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CBBB717-F55E-6C12-B0B2-7C842CA0FD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2951" y="4762573"/>
            <a:ext cx="4316728" cy="307777"/>
          </a:xfrm>
        </p:spPr>
        <p:txBody>
          <a:bodyPr/>
          <a:lstStyle/>
          <a:p>
            <a:r>
              <a:rPr lang="en-US" altLang="ko-KR" dirty="0"/>
              <a:t>2025.08.06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5F6D685-9949-074F-32EF-A6EBCBB875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2952" y="5073363"/>
            <a:ext cx="4316726" cy="338554"/>
          </a:xfrm>
        </p:spPr>
        <p:txBody>
          <a:bodyPr/>
          <a:lstStyle/>
          <a:p>
            <a:r>
              <a:rPr lang="ko-KR" altLang="en-US" dirty="0"/>
              <a:t>솔루션링크 디지털 프로젝트 공학 사업부</a:t>
            </a:r>
          </a:p>
        </p:txBody>
      </p:sp>
    </p:spTree>
    <p:extLst>
      <p:ext uri="{BB962C8B-B14F-4D97-AF65-F5344CB8AC3E}">
        <p14:creationId xmlns:p14="http://schemas.microsoft.com/office/powerpoint/2010/main" val="1538428988"/>
      </p:ext>
    </p:extLst>
  </p:cSld>
  <p:clrMapOvr>
    <a:masterClrMapping/>
  </p:clrMapOvr>
  <p:transition spd="slow">
    <p:strips/>
  </p:transition>
</p:sld>
</file>

<file path=ppt/theme/theme1.xml><?xml version="1.0" encoding="utf-8"?>
<a:theme xmlns:a="http://schemas.openxmlformats.org/drawingml/2006/main" name="솔루션링크 템플릿">
  <a:themeElements>
    <a:clrScheme name="솔링크 프레젠테이션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D7D31"/>
      </a:accent2>
      <a:accent3>
        <a:srgbClr val="19AD2E"/>
      </a:accent3>
      <a:accent4>
        <a:srgbClr val="FFC000"/>
      </a:accent4>
      <a:accent5>
        <a:srgbClr val="7030A0"/>
      </a:accent5>
      <a:accent6>
        <a:srgbClr val="024878"/>
      </a:accent6>
      <a:hlink>
        <a:srgbClr val="0563C1"/>
      </a:hlink>
      <a:folHlink>
        <a:srgbClr val="954F72"/>
      </a:folHlink>
    </a:clrScheme>
    <a:fontScheme name="솔루션링크 템플릿">
      <a:majorFont>
        <a:latin typeface="Pretendard GOV SemiBold"/>
        <a:ea typeface="Pretendard GOV SemiBold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 GOV" panose="02110004020202020204"/>
        <a:ea typeface=""/>
        <a:cs typeface=""/>
        <a:font script="Jpan" typeface="游ゴシック Light"/>
        <a:font script="Hang" typeface="Pretendard GOV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GOV" panose="02110004020202020204"/>
        <a:ea typeface=""/>
        <a:cs typeface=""/>
        <a:font script="Jpan" typeface="游ゴシック"/>
        <a:font script="Hang" typeface="Pretendard GOV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 GOV" panose="02110004020202020204"/>
        <a:ea typeface=""/>
        <a:cs typeface=""/>
        <a:font script="Jpan" typeface="游ゴシック Light"/>
        <a:font script="Hang" typeface="Pretendard GOV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GOV" panose="02110004020202020204"/>
        <a:ea typeface=""/>
        <a:cs typeface=""/>
        <a:font script="Jpan" typeface="游ゴシック"/>
        <a:font script="Hang" typeface="Pretendard GOV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964</Words>
  <Application>Microsoft Office PowerPoint</Application>
  <PresentationFormat>와이드스크린</PresentationFormat>
  <Paragraphs>254</Paragraphs>
  <Slides>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Pretendard GOV</vt:lpstr>
      <vt:lpstr>Pretendard GOV ExtraBold</vt:lpstr>
      <vt:lpstr>Pretendard GOV Light</vt:lpstr>
      <vt:lpstr>Pretendard GOV Medium</vt:lpstr>
      <vt:lpstr>Pretendard GOV SemiBold</vt:lpstr>
      <vt:lpstr>Arial</vt:lpstr>
      <vt:lpstr>Wingdings</vt:lpstr>
      <vt:lpstr>솔루션링크 템플릿</vt:lpstr>
      <vt:lpstr>솔루션링크 회사소개서</vt:lpstr>
      <vt:lpstr>PowerPoint 프레젠테이션</vt:lpstr>
      <vt:lpstr>PowerPoint 프레젠테이션</vt:lpstr>
      <vt:lpstr>회사 개요</vt:lpstr>
      <vt:lpstr>1. 솔루션링크 소개</vt:lpstr>
      <vt:lpstr>2. 주요 사업내용</vt:lpstr>
      <vt:lpstr>3. 컨설팅 서비스</vt:lpstr>
      <vt:lpstr>4. ITSCOPE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2025-06-19T03:22:25Z</dcterms:created>
  <dcterms:modified xsi:type="dcterms:W3CDTF">2026-05-04T07:55:00Z</dcterms:modified>
</cp:coreProperties>
</file>